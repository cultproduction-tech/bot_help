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Golos Text"/>
      <p:regular r:id="rId12"/>
      <p:bold r:id="rId13"/>
    </p:embeddedFont>
    <p:embeddedFont>
      <p:font typeface="Inter Light"/>
      <p:regular r:id="rId14"/>
      <p:bold r:id="rId15"/>
      <p:italic r:id="rId16"/>
      <p:boldItalic r:id="rId17"/>
    </p:embeddedFont>
    <p:embeddedFont>
      <p:font typeface="Golos Text Medium"/>
      <p:regular r:id="rId18"/>
      <p:bold r:id="rId19"/>
    </p:embeddedFont>
    <p:embeddedFont>
      <p:font typeface="Helvetica Neue"/>
      <p:regular r:id="rId20"/>
      <p:bold r:id="rId21"/>
      <p:italic r:id="rId22"/>
      <p:boldItalic r:id="rId23"/>
    </p:embeddedFont>
    <p:embeddedFont>
      <p:font typeface="Helvetica Neue 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59">
          <p15:clr>
            <a:srgbClr val="747775"/>
          </p15:clr>
        </p15:guide>
        <p15:guide id="2" pos="142">
          <p15:clr>
            <a:srgbClr val="747775"/>
          </p15:clr>
        </p15:guide>
        <p15:guide id="3" pos="2880">
          <p15:clr>
            <a:srgbClr val="747775"/>
          </p15:clr>
        </p15:guide>
        <p15:guide id="4" pos="5618">
          <p15:clr>
            <a:srgbClr val="747775"/>
          </p15:clr>
        </p15:guide>
        <p15:guide id="5" pos="5618">
          <p15:clr>
            <a:srgbClr val="747775"/>
          </p15:clr>
        </p15:guide>
        <p15:guide id="6" orient="horz" pos="140">
          <p15:clr>
            <a:srgbClr val="747775"/>
          </p15:clr>
        </p15:guide>
        <p15:guide id="7" orient="horz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9" orient="horz"/>
        <p:guide pos="142"/>
        <p:guide pos="2880"/>
        <p:guide pos="5618"/>
        <p:guide pos="5618"/>
        <p:guide pos="140" orient="horz"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22" Type="http://schemas.openxmlformats.org/officeDocument/2006/relationships/font" Target="fonts/HelveticaNeue-italic.fntdata"/><Relationship Id="rId21" Type="http://schemas.openxmlformats.org/officeDocument/2006/relationships/font" Target="fonts/HelveticaNeue-bold.fntdata"/><Relationship Id="rId24" Type="http://schemas.openxmlformats.org/officeDocument/2006/relationships/font" Target="fonts/HelveticaNeueLight-regular.fntdata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lveticaNeueLight-italic.fntdata"/><Relationship Id="rId25" Type="http://schemas.openxmlformats.org/officeDocument/2006/relationships/font" Target="fonts/HelveticaNeueLight-bold.fntdata"/><Relationship Id="rId27" Type="http://schemas.openxmlformats.org/officeDocument/2006/relationships/font" Target="fonts/HelveticaNeueLigh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GolosText-bold.fntdata"/><Relationship Id="rId12" Type="http://schemas.openxmlformats.org/officeDocument/2006/relationships/font" Target="fonts/GolosText-regular.fntdata"/><Relationship Id="rId15" Type="http://schemas.openxmlformats.org/officeDocument/2006/relationships/font" Target="fonts/InterLight-bold.fntdata"/><Relationship Id="rId14" Type="http://schemas.openxmlformats.org/officeDocument/2006/relationships/font" Target="fonts/InterLight-regular.fntdata"/><Relationship Id="rId17" Type="http://schemas.openxmlformats.org/officeDocument/2006/relationships/font" Target="fonts/InterLight-boldItalic.fntdata"/><Relationship Id="rId16" Type="http://schemas.openxmlformats.org/officeDocument/2006/relationships/font" Target="fonts/InterLight-italic.fntdata"/><Relationship Id="rId19" Type="http://schemas.openxmlformats.org/officeDocument/2006/relationships/font" Target="fonts/GolosTextMedium-bold.fntdata"/><Relationship Id="rId18" Type="http://schemas.openxmlformats.org/officeDocument/2006/relationships/font" Target="fonts/GolosTex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381df86c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381df86c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381df86c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381df86c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381df86c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381df86c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381df86c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381df86c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381df86c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381df86c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892969" y="863947"/>
            <a:ext cx="7358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892969" y="2652117"/>
            <a:ext cx="7358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горизонтально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1129605" y="334863"/>
            <a:ext cx="6876000" cy="31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892969" y="3542854"/>
            <a:ext cx="7358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892969" y="4319736"/>
            <a:ext cx="7358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4437983" y="4875609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по центру">
  <p:cSld name="Заголовок — по центру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92969" y="1701105"/>
            <a:ext cx="7358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вертикально">
  <p:cSld name="Фото — вертикально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4723805" y="334863"/>
            <a:ext cx="3750600" cy="43398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669727" y="334863"/>
            <a:ext cx="37506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3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669727" y="2511475"/>
            <a:ext cx="3750600" cy="21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вверху">
  <p:cSld name="Заголовок — вверху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69727" y="234404"/>
            <a:ext cx="7804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>
  <p:cSld name="Заголовок и пункты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669727" y="234404"/>
            <a:ext cx="7804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669727" y="1372939"/>
            <a:ext cx="78045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336550" lvl="0" marL="457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36550" lvl="1" marL="914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пункты и фото">
  <p:cSld name="Заголовок, пункты и фото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4723805" y="1372939"/>
            <a:ext cx="3750600" cy="33150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669727" y="234404"/>
            <a:ext cx="7804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669727" y="1372939"/>
            <a:ext cx="37506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669727" y="669727"/>
            <a:ext cx="78045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336550" lvl="0" marL="457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36550" lvl="1" marL="914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3 шт.">
  <p:cSld name="Фото — 3 шт.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4723805" y="2685604"/>
            <a:ext cx="3750600" cy="1989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/>
          <p:nvPr>
            <p:ph idx="3" type="pic"/>
          </p:nvPr>
        </p:nvSpPr>
        <p:spPr>
          <a:xfrm>
            <a:off x="4728177" y="468809"/>
            <a:ext cx="3750600" cy="19890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/>
          <p:nvPr>
            <p:ph idx="4" type="pic"/>
          </p:nvPr>
        </p:nvSpPr>
        <p:spPr>
          <a:xfrm>
            <a:off x="669727" y="468809"/>
            <a:ext cx="3750600" cy="42057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">
  <p:cSld name="Цитата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892969" y="3355330"/>
            <a:ext cx="7358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6550" lvl="1" marL="914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892969" y="2250281"/>
            <a:ext cx="73581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36550" lvl="1" marL="914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">
  <p:cSld name="Фото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>
  <p:cSld name="Пустой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8">
  <p:cSld name="TITLE_8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2" name="Google Shape;102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3" name="Google Shape;103;p26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_3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311708" y="744574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" type="body"/>
          </p:nvPr>
        </p:nvSpPr>
        <p:spPr>
          <a:xfrm>
            <a:off x="311699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7" name="Google Shape;107;p27"/>
          <p:cNvSpPr txBox="1"/>
          <p:nvPr>
            <p:ph idx="12" type="sldNum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lnSpcReduction="20000"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69727" y="234404"/>
            <a:ext cx="7804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69727" y="1372939"/>
            <a:ext cx="78045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3365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/>
        </p:nvSpPr>
        <p:spPr>
          <a:xfrm>
            <a:off x="225700" y="222800"/>
            <a:ext cx="82515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Обратите внимание</a:t>
            </a:r>
            <a:endParaRPr sz="17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13" name="Google Shape;113;p28"/>
          <p:cNvSpPr txBox="1"/>
          <p:nvPr/>
        </p:nvSpPr>
        <p:spPr>
          <a:xfrm>
            <a:off x="225700" y="828100"/>
            <a:ext cx="4346400" cy="3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 шаблоне уже все сделано для вашего удобства.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! Не нужно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размер текстовых блоков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размер картинок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перемещать текстовые и другие блоки по слайду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шрифт, размер текста, выделять жирным/курсивом то, что им не выделено.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Текст следует писать в уже существующих блоках,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а картинки перетаскивать прямиком в серые блоки - картинки встанут в них.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Шаблон сверстан по нашему фирстилю,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поэтому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просьба отнестись к этому с пониманием.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323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На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титульном слайде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необходимо заменить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i="1"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Название проекта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на название проекта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.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Количество пробелов и их расположение не важно, 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главное - выравнивание по текста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по правому краю до T.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/>
          <p:nvPr/>
        </p:nvSpPr>
        <p:spPr>
          <a:xfrm>
            <a:off x="57497" y="6375"/>
            <a:ext cx="8214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latin typeface="Golos Text"/>
                <a:ea typeface="Golos Text"/>
                <a:cs typeface="Golos Text"/>
                <a:sym typeface="Golos Text"/>
              </a:rPr>
              <a:t>Реквизит</a:t>
            </a:r>
            <a:endParaRPr sz="50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19" name="Google Shape;119;p29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4133843" y="290322"/>
            <a:ext cx="574776" cy="33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/>
          <p:nvPr/>
        </p:nvSpPr>
        <p:spPr>
          <a:xfrm>
            <a:off x="115702" y="45100"/>
            <a:ext cx="3705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Сцена / Наименование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25" name="Google Shape;125;p30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30"/>
          <p:cNvGrpSpPr/>
          <p:nvPr/>
        </p:nvGrpSpPr>
        <p:grpSpPr>
          <a:xfrm>
            <a:off x="7441541" y="125747"/>
            <a:ext cx="1510679" cy="194110"/>
            <a:chOff x="4571993" y="4682576"/>
            <a:chExt cx="2155957" cy="356100"/>
          </a:xfrm>
        </p:grpSpPr>
        <p:sp>
          <p:nvSpPr>
            <p:cNvPr id="127" name="Google Shape;127;p30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28" name="Google Shape;128;p30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29" name="Google Shape;129;p30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30" name="Google Shape;130;p30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131" name="Google Shape;131;p30"/>
          <p:cNvSpPr/>
          <p:nvPr/>
        </p:nvSpPr>
        <p:spPr>
          <a:xfrm>
            <a:off x="3739674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2" name="Google Shape;132;p30"/>
          <p:cNvSpPr/>
          <p:nvPr/>
        </p:nvSpPr>
        <p:spPr>
          <a:xfrm>
            <a:off x="5516811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3" name="Google Shape;133;p30"/>
          <p:cNvSpPr/>
          <p:nvPr/>
        </p:nvSpPr>
        <p:spPr>
          <a:xfrm>
            <a:off x="7293936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4" name="Google Shape;134;p30"/>
          <p:cNvSpPr/>
          <p:nvPr/>
        </p:nvSpPr>
        <p:spPr>
          <a:xfrm>
            <a:off x="3739674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5" name="Google Shape;135;p30"/>
          <p:cNvSpPr/>
          <p:nvPr/>
        </p:nvSpPr>
        <p:spPr>
          <a:xfrm>
            <a:off x="5516811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6" name="Google Shape;136;p30"/>
          <p:cNvSpPr/>
          <p:nvPr/>
        </p:nvSpPr>
        <p:spPr>
          <a:xfrm>
            <a:off x="7293936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7" name="Google Shape;137;p30"/>
          <p:cNvSpPr/>
          <p:nvPr/>
        </p:nvSpPr>
        <p:spPr>
          <a:xfrm>
            <a:off x="185375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8" name="Google Shape;138;p30"/>
          <p:cNvSpPr/>
          <p:nvPr/>
        </p:nvSpPr>
        <p:spPr>
          <a:xfrm>
            <a:off x="1962532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9" name="Google Shape;139;p30"/>
          <p:cNvSpPr/>
          <p:nvPr/>
        </p:nvSpPr>
        <p:spPr>
          <a:xfrm>
            <a:off x="185375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0" name="Google Shape;140;p30"/>
          <p:cNvSpPr/>
          <p:nvPr/>
        </p:nvSpPr>
        <p:spPr>
          <a:xfrm>
            <a:off x="1962532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1" name="Google Shape;141;p30"/>
          <p:cNvSpPr/>
          <p:nvPr/>
        </p:nvSpPr>
        <p:spPr>
          <a:xfrm>
            <a:off x="185376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2" name="Google Shape;142;p30"/>
          <p:cNvSpPr/>
          <p:nvPr/>
        </p:nvSpPr>
        <p:spPr>
          <a:xfrm>
            <a:off x="1962526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3" name="Google Shape;143;p30"/>
          <p:cNvSpPr/>
          <p:nvPr/>
        </p:nvSpPr>
        <p:spPr>
          <a:xfrm>
            <a:off x="3739664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4" name="Google Shape;144;p30"/>
          <p:cNvSpPr/>
          <p:nvPr/>
        </p:nvSpPr>
        <p:spPr>
          <a:xfrm>
            <a:off x="5516789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4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5" name="Google Shape;145;p30"/>
          <p:cNvSpPr/>
          <p:nvPr/>
        </p:nvSpPr>
        <p:spPr>
          <a:xfrm>
            <a:off x="7293914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5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6" name="Google Shape;146;p30"/>
          <p:cNvSpPr/>
          <p:nvPr/>
        </p:nvSpPr>
        <p:spPr>
          <a:xfrm>
            <a:off x="5516814" y="281945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7" name="Google Shape;147;p30"/>
          <p:cNvSpPr/>
          <p:nvPr/>
        </p:nvSpPr>
        <p:spPr>
          <a:xfrm>
            <a:off x="3739664" y="281945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8" name="Google Shape;148;p30"/>
          <p:cNvSpPr/>
          <p:nvPr/>
        </p:nvSpPr>
        <p:spPr>
          <a:xfrm>
            <a:off x="1962514" y="281945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9" name="Google Shape;149;p30"/>
          <p:cNvSpPr/>
          <p:nvPr/>
        </p:nvSpPr>
        <p:spPr>
          <a:xfrm>
            <a:off x="185364" y="281945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6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150" name="Google Shape;150;p30"/>
          <p:cNvGrpSpPr/>
          <p:nvPr/>
        </p:nvGrpSpPr>
        <p:grpSpPr>
          <a:xfrm>
            <a:off x="7142092" y="2747189"/>
            <a:ext cx="604200" cy="381900"/>
            <a:chOff x="7184425" y="2747189"/>
            <a:chExt cx="604200" cy="381900"/>
          </a:xfrm>
        </p:grpSpPr>
        <p:sp>
          <p:nvSpPr>
            <p:cNvPr id="151" name="Google Shape;151;p30"/>
            <p:cNvSpPr/>
            <p:nvPr/>
          </p:nvSpPr>
          <p:spPr>
            <a:xfrm>
              <a:off x="7339975" y="2819450"/>
              <a:ext cx="293100" cy="239700"/>
            </a:xfrm>
            <a:prstGeom prst="roundRect">
              <a:avLst>
                <a:gd fmla="val 16510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83625" lIns="83625" spcFirstLastPara="1" rIns="83625" wrap="square" tIns="8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52" name="Google Shape;152;p30"/>
            <p:cNvSpPr txBox="1"/>
            <p:nvPr/>
          </p:nvSpPr>
          <p:spPr>
            <a:xfrm>
              <a:off x="7184425" y="2747189"/>
              <a:ext cx="6042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80">
                  <a:solidFill>
                    <a:schemeClr val="lt1"/>
                  </a:solidFill>
                  <a:latin typeface="Golos Text"/>
                  <a:ea typeface="Golos Text"/>
                  <a:cs typeface="Golos Text"/>
                  <a:sym typeface="Golos Text"/>
                </a:rPr>
                <a:t>10</a:t>
              </a: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 txBox="1"/>
          <p:nvPr/>
        </p:nvSpPr>
        <p:spPr>
          <a:xfrm>
            <a:off x="115702" y="45100"/>
            <a:ext cx="3705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Сцена / Наименование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58" name="Google Shape;158;p31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1"/>
          <p:cNvSpPr txBox="1"/>
          <p:nvPr/>
        </p:nvSpPr>
        <p:spPr>
          <a:xfrm>
            <a:off x="247200" y="883188"/>
            <a:ext cx="1596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Golos Text"/>
                <a:ea typeface="Golos Text"/>
                <a:cs typeface="Golos Text"/>
                <a:sym typeface="Golos Text"/>
              </a:rPr>
              <a:t>текстовый блок при необходимости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160" name="Google Shape;160;p31"/>
          <p:cNvGrpSpPr/>
          <p:nvPr/>
        </p:nvGrpSpPr>
        <p:grpSpPr>
          <a:xfrm>
            <a:off x="3739666" y="4789895"/>
            <a:ext cx="1510679" cy="194024"/>
            <a:chOff x="4571993" y="4728600"/>
            <a:chExt cx="2155957" cy="276900"/>
          </a:xfrm>
        </p:grpSpPr>
        <p:sp>
          <p:nvSpPr>
            <p:cNvPr id="161" name="Google Shape;161;p31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62" name="Google Shape;162;p31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63" name="Google Shape;163;p31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64" name="Google Shape;164;p31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165" name="Google Shape;165;p31"/>
          <p:cNvSpPr/>
          <p:nvPr/>
        </p:nvSpPr>
        <p:spPr>
          <a:xfrm>
            <a:off x="7293974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6" name="Google Shape;166;p31"/>
          <p:cNvSpPr/>
          <p:nvPr/>
        </p:nvSpPr>
        <p:spPr>
          <a:xfrm>
            <a:off x="7293974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7" name="Google Shape;167;p31"/>
          <p:cNvSpPr/>
          <p:nvPr/>
        </p:nvSpPr>
        <p:spPr>
          <a:xfrm>
            <a:off x="3739675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8" name="Google Shape;168;p31"/>
          <p:cNvSpPr/>
          <p:nvPr/>
        </p:nvSpPr>
        <p:spPr>
          <a:xfrm>
            <a:off x="5516832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9" name="Google Shape;169;p31"/>
          <p:cNvSpPr/>
          <p:nvPr/>
        </p:nvSpPr>
        <p:spPr>
          <a:xfrm>
            <a:off x="3739675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0" name="Google Shape;170;p31"/>
          <p:cNvSpPr/>
          <p:nvPr/>
        </p:nvSpPr>
        <p:spPr>
          <a:xfrm>
            <a:off x="5516832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1" name="Google Shape;171;p31"/>
          <p:cNvSpPr/>
          <p:nvPr/>
        </p:nvSpPr>
        <p:spPr>
          <a:xfrm>
            <a:off x="3739676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2" name="Google Shape;172;p31"/>
          <p:cNvSpPr/>
          <p:nvPr/>
        </p:nvSpPr>
        <p:spPr>
          <a:xfrm>
            <a:off x="5516826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3" name="Google Shape;173;p31"/>
          <p:cNvSpPr/>
          <p:nvPr/>
        </p:nvSpPr>
        <p:spPr>
          <a:xfrm>
            <a:off x="7293964" y="88320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4" name="Google Shape;174;p31"/>
          <p:cNvSpPr/>
          <p:nvPr/>
        </p:nvSpPr>
        <p:spPr>
          <a:xfrm>
            <a:off x="7293964" y="281945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6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5" name="Google Shape;175;p31"/>
          <p:cNvSpPr/>
          <p:nvPr/>
        </p:nvSpPr>
        <p:spPr>
          <a:xfrm>
            <a:off x="5516814" y="281945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5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6" name="Google Shape;176;p31"/>
          <p:cNvSpPr/>
          <p:nvPr/>
        </p:nvSpPr>
        <p:spPr>
          <a:xfrm>
            <a:off x="3739664" y="2819450"/>
            <a:ext cx="293100" cy="239700"/>
          </a:xfrm>
          <a:prstGeom prst="roundRect">
            <a:avLst>
              <a:gd fmla="val 1651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4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2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2" title="Снимок экрана 2025-09-13 в 23.16.43.png"/>
          <p:cNvPicPr preferRelativeResize="0"/>
          <p:nvPr/>
        </p:nvPicPr>
        <p:blipFill rotWithShape="1">
          <a:blip r:embed="rId4">
            <a:alphaModFix/>
          </a:blip>
          <a:srcRect b="17823" l="29934" r="15279" t="42312"/>
          <a:stretch/>
        </p:blipFill>
        <p:spPr>
          <a:xfrm>
            <a:off x="3163350" y="1081350"/>
            <a:ext cx="5714100" cy="2980800"/>
          </a:xfrm>
          <a:prstGeom prst="roundRect">
            <a:avLst>
              <a:gd fmla="val 870" name="adj"/>
            </a:avLst>
          </a:prstGeom>
          <a:noFill/>
          <a:ln>
            <a:noFill/>
          </a:ln>
        </p:spPr>
      </p:pic>
      <p:pic>
        <p:nvPicPr>
          <p:cNvPr id="183" name="Google Shape;183;p32" title="Снимок экрана 2025-09-13 в 23.16.43.png"/>
          <p:cNvPicPr preferRelativeResize="0"/>
          <p:nvPr/>
        </p:nvPicPr>
        <p:blipFill rotWithShape="1">
          <a:blip r:embed="rId4">
            <a:alphaModFix/>
          </a:blip>
          <a:srcRect b="19166" l="30556" r="18370" t="43682"/>
          <a:stretch/>
        </p:blipFill>
        <p:spPr>
          <a:xfrm>
            <a:off x="185375" y="1081350"/>
            <a:ext cx="2801100" cy="1446300"/>
          </a:xfrm>
          <a:prstGeom prst="roundRect">
            <a:avLst>
              <a:gd fmla="val 2318" name="adj"/>
            </a:avLst>
          </a:prstGeom>
          <a:noFill/>
          <a:ln>
            <a:noFill/>
          </a:ln>
        </p:spPr>
      </p:pic>
      <p:pic>
        <p:nvPicPr>
          <p:cNvPr id="184" name="Google Shape;184;p32" title="Снимок экрана 2025-09-13 в 23.16.43.png"/>
          <p:cNvPicPr preferRelativeResize="0"/>
          <p:nvPr/>
        </p:nvPicPr>
        <p:blipFill rotWithShape="1">
          <a:blip r:embed="rId4">
            <a:alphaModFix/>
          </a:blip>
          <a:srcRect b="19166" l="30556" r="18370" t="43682"/>
          <a:stretch/>
        </p:blipFill>
        <p:spPr>
          <a:xfrm>
            <a:off x="185425" y="2615925"/>
            <a:ext cx="2801100" cy="1446300"/>
          </a:xfrm>
          <a:prstGeom prst="roundRect">
            <a:avLst>
              <a:gd fmla="val 1798" name="adj"/>
            </a:avLst>
          </a:prstGeom>
          <a:noFill/>
          <a:ln>
            <a:noFill/>
          </a:ln>
        </p:spPr>
      </p:pic>
      <p:grpSp>
        <p:nvGrpSpPr>
          <p:cNvPr id="185" name="Google Shape;185;p32"/>
          <p:cNvGrpSpPr/>
          <p:nvPr/>
        </p:nvGrpSpPr>
        <p:grpSpPr>
          <a:xfrm>
            <a:off x="3163341" y="4789859"/>
            <a:ext cx="1510679" cy="194110"/>
            <a:chOff x="4571993" y="4682576"/>
            <a:chExt cx="2155957" cy="356100"/>
          </a:xfrm>
        </p:grpSpPr>
        <p:sp>
          <p:nvSpPr>
            <p:cNvPr id="186" name="Google Shape;186;p32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87" name="Google Shape;187;p32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88" name="Google Shape;188;p32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89" name="Google Shape;189;p32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190" name="Google Shape;190;p32"/>
          <p:cNvSpPr txBox="1"/>
          <p:nvPr/>
        </p:nvSpPr>
        <p:spPr>
          <a:xfrm>
            <a:off x="0" y="0"/>
            <a:ext cx="4507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Сцена / Наименование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