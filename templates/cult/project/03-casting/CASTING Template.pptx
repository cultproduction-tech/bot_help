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Golos Text"/>
      <p:regular r:id="rId18"/>
      <p:bold r:id="rId19"/>
    </p:embeddedFont>
    <p:embeddedFont>
      <p:font typeface="Inter Light"/>
      <p:regular r:id="rId20"/>
      <p:bold r:id="rId21"/>
      <p:italic r:id="rId22"/>
      <p:boldItalic r:id="rId23"/>
    </p:embeddedFont>
    <p:embeddedFont>
      <p:font typeface="Golos Text Medium"/>
      <p:regular r:id="rId24"/>
      <p:bold r:id="rId25"/>
    </p:embeddedFont>
    <p:embeddedFont>
      <p:font typeface="Helvetica Neue"/>
      <p:regular r:id="rId26"/>
      <p:bold r:id="rId27"/>
      <p:italic r:id="rId28"/>
      <p:boldItalic r:id="rId29"/>
    </p:embeddedFont>
    <p:embeddedFont>
      <p:font typeface="Helvetica Neue Ligh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0">
          <p15:clr>
            <a:srgbClr val="A4A3A4"/>
          </p15:clr>
        </p15:guide>
        <p15:guide id="2" pos="2854">
          <p15:clr>
            <a:srgbClr val="A4A3A4"/>
          </p15:clr>
        </p15:guide>
        <p15:guide id="3" pos="142">
          <p15:clr>
            <a:srgbClr val="9AA0A6"/>
          </p15:clr>
        </p15:guide>
        <p15:guide id="4" orient="horz" pos="3005">
          <p15:clr>
            <a:srgbClr val="A4A3A4"/>
          </p15:clr>
        </p15:guide>
        <p15:guide id="5" pos="3175">
          <p15:clr>
            <a:srgbClr val="9AA0A6"/>
          </p15:clr>
        </p15:guide>
        <p15:guide id="6" pos="2532">
          <p15:clr>
            <a:srgbClr val="9AA0A6"/>
          </p15:clr>
        </p15:guide>
        <p15:guide id="7" orient="horz" pos="1620">
          <p15:clr>
            <a:srgbClr val="9AA0A6"/>
          </p15:clr>
        </p15:guide>
        <p15:guide id="8" orient="horz" pos="556">
          <p15:clr>
            <a:srgbClr val="9AA0A6"/>
          </p15:clr>
        </p15:guide>
        <p15:guide id="9" orient="horz" pos="2011">
          <p15:clr>
            <a:srgbClr val="9AA0A6"/>
          </p15:clr>
        </p15:guide>
        <p15:guide id="10" pos="553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" orient="horz"/>
        <p:guide pos="2854"/>
        <p:guide pos="142"/>
        <p:guide pos="3005" orient="horz"/>
        <p:guide pos="3175"/>
        <p:guide pos="2532"/>
        <p:guide pos="1620" orient="horz"/>
        <p:guide pos="556" orient="horz"/>
        <p:guide pos="2011" orient="horz"/>
        <p:guide pos="553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regular.fntdata"/><Relationship Id="rId22" Type="http://schemas.openxmlformats.org/officeDocument/2006/relationships/font" Target="fonts/InterLight-italic.fntdata"/><Relationship Id="rId21" Type="http://schemas.openxmlformats.org/officeDocument/2006/relationships/font" Target="fonts/InterLight-bold.fntdata"/><Relationship Id="rId24" Type="http://schemas.openxmlformats.org/officeDocument/2006/relationships/font" Target="fonts/GolosTextMedium-regular.fntdata"/><Relationship Id="rId23" Type="http://schemas.openxmlformats.org/officeDocument/2006/relationships/font" Target="fonts/Inter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-regular.fntdata"/><Relationship Id="rId25" Type="http://schemas.openxmlformats.org/officeDocument/2006/relationships/font" Target="fonts/GolosTextMedium-bold.fntdata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Light-bold.fntdata"/><Relationship Id="rId30" Type="http://schemas.openxmlformats.org/officeDocument/2006/relationships/font" Target="fonts/HelveticaNeueLight-regular.fntdata"/><Relationship Id="rId11" Type="http://schemas.openxmlformats.org/officeDocument/2006/relationships/slide" Target="slides/slide5.xml"/><Relationship Id="rId33" Type="http://schemas.openxmlformats.org/officeDocument/2006/relationships/font" Target="fonts/HelveticaNeueLight-boldItalic.fntdata"/><Relationship Id="rId10" Type="http://schemas.openxmlformats.org/officeDocument/2006/relationships/slide" Target="slides/slide4.xml"/><Relationship Id="rId32" Type="http://schemas.openxmlformats.org/officeDocument/2006/relationships/font" Target="fonts/HelveticaNeueLigh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GolosText-bold.fntdata"/><Relationship Id="rId18" Type="http://schemas.openxmlformats.org/officeDocument/2006/relationships/font" Target="fonts/GolosTex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38195d8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38195d8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38195d8a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38195d8a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38195d8a4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38195d8a4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38195d8a4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38195d8a4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38195d8a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38195d8a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38195d8a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38195d8a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38195d8a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838195d8a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38195d8a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38195d8a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38195d8a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838195d8a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38195d8a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838195d8a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38195d8a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838195d8a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33413" y="3571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633413" y="1214438"/>
            <a:ext cx="78771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2385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2385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2385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2385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>
  <p:cSld name="TITLE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92969" y="863947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892969" y="2652117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524144" y="47370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" name="Google Shape;96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los Text"/>
              <a:buChar char="●"/>
              <a:defRPr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1.gif"/><Relationship Id="rId5" Type="http://schemas.openxmlformats.org/officeDocument/2006/relationships/image" Target="../media/image10.gif"/><Relationship Id="rId6" Type="http://schemas.openxmlformats.org/officeDocument/2006/relationships/hyperlink" Target="https://www.adobe.com/express/feature/video/convert/video-to-gif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/>
          <p:nvPr/>
        </p:nvSpPr>
        <p:spPr>
          <a:xfrm>
            <a:off x="225700" y="222800"/>
            <a:ext cx="42423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Обратите внимание</a:t>
            </a:r>
            <a:endParaRPr sz="17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3" name="Google Shape;113;p29"/>
          <p:cNvSpPr txBox="1"/>
          <p:nvPr/>
        </p:nvSpPr>
        <p:spPr>
          <a:xfrm>
            <a:off x="225700" y="828100"/>
            <a:ext cx="4346400" cy="3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 шаблоне уже все сделано для вашего удобства.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! Не нужно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текстовых блоков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картинок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перемещать текстовые и другие блоки по слайду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шрифт, размер текста, выделять жирным/курсивом то, что им не выделено.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Текст следует писать в уже существующих блоках,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а картинки перетаскивать прямиком в серые блоки - картинки встанут в них.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Шаблон сверстан по нашему фирстилю,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поэтому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просьба отнестись к этому с пониманием.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На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титульном слайде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необходимо заменить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i="1"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Название проекта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на название проекта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.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Количество пробелов и их расположение не важно,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главное - выравнивание по текста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 правому краю до T.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4" name="Google Shape;114;p29"/>
          <p:cNvSpPr txBox="1"/>
          <p:nvPr/>
        </p:nvSpPr>
        <p:spPr>
          <a:xfrm>
            <a:off x="4777050" y="848866"/>
            <a:ext cx="434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Скопируйте отсюда пометки для слайдов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5" name="Google Shape;115;p29"/>
          <p:cNvSpPr txBox="1"/>
          <p:nvPr/>
        </p:nvSpPr>
        <p:spPr>
          <a:xfrm>
            <a:off x="5438138" y="1335779"/>
            <a:ext cx="1811700" cy="354000"/>
          </a:xfrm>
          <a:prstGeom prst="rect">
            <a:avLst/>
          </a:prstGeom>
          <a:solidFill>
            <a:srgbClr val="FF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Dir reco </a:t>
            </a:r>
            <a:endParaRPr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6" name="Google Shape;116;p29"/>
          <p:cNvSpPr txBox="1"/>
          <p:nvPr/>
        </p:nvSpPr>
        <p:spPr>
          <a:xfrm>
            <a:off x="5438138" y="1796936"/>
            <a:ext cx="1811700" cy="3540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Golos Text Medium"/>
                <a:ea typeface="Golos Text Medium"/>
                <a:cs typeface="Golos Text Medium"/>
                <a:sym typeface="Golos Text Medium"/>
              </a:rPr>
              <a:t>Creative</a:t>
            </a:r>
            <a:r>
              <a:rPr lang="ru">
                <a:solidFill>
                  <a:srgbClr val="000000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</a:t>
            </a:r>
            <a:r>
              <a:rPr lang="ru">
                <a:latin typeface="Golos Text Medium"/>
                <a:ea typeface="Golos Text Medium"/>
                <a:cs typeface="Golos Text Medium"/>
                <a:sym typeface="Golos Text Medium"/>
              </a:rPr>
              <a:t>reco</a:t>
            </a:r>
            <a:endParaRPr>
              <a:solidFill>
                <a:srgbClr val="000000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7" name="Google Shape;117;p29"/>
          <p:cNvSpPr txBox="1"/>
          <p:nvPr/>
        </p:nvSpPr>
        <p:spPr>
          <a:xfrm>
            <a:off x="5438138" y="2394754"/>
            <a:ext cx="1811700" cy="354000"/>
          </a:xfrm>
          <a:prstGeom prst="rect">
            <a:avLst/>
          </a:prstGeom>
          <a:solidFill>
            <a:srgbClr val="FF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Main</a:t>
            </a:r>
            <a:endParaRPr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8" name="Google Shape;118;p29"/>
          <p:cNvSpPr txBox="1"/>
          <p:nvPr/>
        </p:nvSpPr>
        <p:spPr>
          <a:xfrm>
            <a:off x="5438138" y="2841704"/>
            <a:ext cx="1811700" cy="354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585858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Backup</a:t>
            </a:r>
            <a:endParaRPr>
              <a:solidFill>
                <a:srgbClr val="585858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9" name="Google Shape;119;p29"/>
          <p:cNvSpPr txBox="1"/>
          <p:nvPr/>
        </p:nvSpPr>
        <p:spPr>
          <a:xfrm>
            <a:off x="4771864" y="222800"/>
            <a:ext cx="46854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Пометки</a:t>
            </a:r>
            <a:endParaRPr sz="17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9F9F9"/>
            </a:gs>
            <a:gs pos="100000">
              <a:srgbClr val="E8E8E8"/>
            </a:gs>
          </a:gsLst>
          <a:lin ang="5400012" scaled="0"/>
        </a:gra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30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5" y="188641"/>
            <a:ext cx="8759525" cy="237383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0"/>
          <p:cNvSpPr txBox="1"/>
          <p:nvPr/>
        </p:nvSpPr>
        <p:spPr>
          <a:xfrm>
            <a:off x="51275" y="4282713"/>
            <a:ext cx="351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Golos Text"/>
                <a:ea typeface="Golos Text"/>
                <a:cs typeface="Golos Text"/>
                <a:sym typeface="Golos Text"/>
              </a:rPr>
              <a:t>Кастинг </a:t>
            </a:r>
            <a:endParaRPr sz="4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26" name="Google Shape;126;p30"/>
          <p:cNvSpPr txBox="1"/>
          <p:nvPr/>
        </p:nvSpPr>
        <p:spPr>
          <a:xfrm>
            <a:off x="3755375" y="4282725"/>
            <a:ext cx="51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4000">
                <a:latin typeface="Golos Text"/>
                <a:ea typeface="Golos Text"/>
                <a:cs typeface="Golos Text"/>
                <a:sym typeface="Golos Text"/>
              </a:rPr>
              <a:t>название проекта</a:t>
            </a:r>
            <a:endParaRPr i="1" sz="4000"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/>
        </p:nvSpPr>
        <p:spPr>
          <a:xfrm>
            <a:off x="57497" y="6375"/>
            <a:ext cx="8214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Кастинг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32" name="Google Shape;132;p31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4133843" y="290322"/>
            <a:ext cx="574776" cy="3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/>
          <p:nvPr/>
        </p:nvSpPr>
        <p:spPr>
          <a:xfrm>
            <a:off x="6061450" y="0"/>
            <a:ext cx="3216600" cy="5143500"/>
          </a:xfrm>
          <a:prstGeom prst="roundRect">
            <a:avLst>
              <a:gd fmla="val 220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8" name="Google Shape;138;p32"/>
          <p:cNvSpPr txBox="1"/>
          <p:nvPr/>
        </p:nvSpPr>
        <p:spPr>
          <a:xfrm>
            <a:off x="101039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Главный герой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39" name="Google Shape;139;p32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2"/>
          <p:cNvSpPr txBox="1"/>
          <p:nvPr/>
        </p:nvSpPr>
        <p:spPr>
          <a:xfrm>
            <a:off x="96550" y="619225"/>
            <a:ext cx="2972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latin typeface="Golos Text"/>
                <a:ea typeface="Golos Text"/>
                <a:cs typeface="Golos Text"/>
                <a:sym typeface="Golos Text"/>
              </a:rPr>
              <a:t>Фамилия Имя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latin typeface="Golos Text"/>
                <a:ea typeface="Golos Text"/>
                <a:cs typeface="Golos Text"/>
                <a:sym typeface="Golos Text"/>
              </a:rPr>
              <a:t>возраст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Коллбэк ↗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Визитка ↗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Шоурил ↗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41" name="Google Shape;141;p32" title="Rectangle 240649282.png"/>
          <p:cNvPicPr preferRelativeResize="0"/>
          <p:nvPr/>
        </p:nvPicPr>
        <p:blipFill rotWithShape="1">
          <a:blip r:embed="rId4">
            <a:alphaModFix/>
          </a:blip>
          <a:srcRect b="26307" l="0" r="0" t="26307"/>
          <a:stretch/>
        </p:blipFill>
        <p:spPr>
          <a:xfrm>
            <a:off x="6237825" y="127675"/>
            <a:ext cx="2854500" cy="45021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grpSp>
        <p:nvGrpSpPr>
          <p:cNvPr id="142" name="Google Shape;142;p32"/>
          <p:cNvGrpSpPr/>
          <p:nvPr/>
        </p:nvGrpSpPr>
        <p:grpSpPr>
          <a:xfrm>
            <a:off x="6237814" y="4789860"/>
            <a:ext cx="1510679" cy="194110"/>
            <a:chOff x="4571993" y="4682576"/>
            <a:chExt cx="2155957" cy="356100"/>
          </a:xfrm>
        </p:grpSpPr>
        <p:sp>
          <p:nvSpPr>
            <p:cNvPr id="143" name="Google Shape;143;p32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44" name="Google Shape;144;p32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45" name="Google Shape;145;p32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46" name="Google Shape;146;p32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/>
          <p:nvPr/>
        </p:nvSpPr>
        <p:spPr>
          <a:xfrm>
            <a:off x="3073750" y="0"/>
            <a:ext cx="6204000" cy="5143500"/>
          </a:xfrm>
          <a:prstGeom prst="roundRect">
            <a:avLst>
              <a:gd fmla="val 220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2" name="Google Shape;152;p33"/>
          <p:cNvSpPr txBox="1"/>
          <p:nvPr/>
        </p:nvSpPr>
        <p:spPr>
          <a:xfrm>
            <a:off x="101039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Главный герой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53" name="Google Shape;153;p33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 title="Rectangle 240649282.png"/>
          <p:cNvPicPr preferRelativeResize="0"/>
          <p:nvPr/>
        </p:nvPicPr>
        <p:blipFill rotWithShape="1">
          <a:blip r:embed="rId4">
            <a:alphaModFix/>
          </a:blip>
          <a:srcRect b="26307" l="0" r="0" t="26307"/>
          <a:stretch/>
        </p:blipFill>
        <p:spPr>
          <a:xfrm>
            <a:off x="3231600" y="127675"/>
            <a:ext cx="2854500" cy="45021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96550" y="619225"/>
            <a:ext cx="2972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latin typeface="Golos Text"/>
                <a:ea typeface="Golos Text"/>
                <a:cs typeface="Golos Text"/>
                <a:sym typeface="Golos Text"/>
              </a:rPr>
              <a:t>Фамилия Имя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latin typeface="Golos Text"/>
                <a:ea typeface="Golos Text"/>
                <a:cs typeface="Golos Text"/>
                <a:sym typeface="Golos Text"/>
              </a:rPr>
              <a:t>возраст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Коллбэк ↗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Визитка ↗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Шоурил ↗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56" name="Google Shape;156;p33" title="Rectangle 240649282.png"/>
          <p:cNvPicPr preferRelativeResize="0"/>
          <p:nvPr/>
        </p:nvPicPr>
        <p:blipFill rotWithShape="1">
          <a:blip r:embed="rId4">
            <a:alphaModFix/>
          </a:blip>
          <a:srcRect b="26307" l="0" r="0" t="26307"/>
          <a:stretch/>
        </p:blipFill>
        <p:spPr>
          <a:xfrm>
            <a:off x="6237825" y="127675"/>
            <a:ext cx="2854500" cy="45021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grpSp>
        <p:nvGrpSpPr>
          <p:cNvPr id="157" name="Google Shape;157;p33"/>
          <p:cNvGrpSpPr/>
          <p:nvPr/>
        </p:nvGrpSpPr>
        <p:grpSpPr>
          <a:xfrm>
            <a:off x="3231608" y="4789860"/>
            <a:ext cx="1510679" cy="194110"/>
            <a:chOff x="4571993" y="4682576"/>
            <a:chExt cx="2155957" cy="356100"/>
          </a:xfrm>
        </p:grpSpPr>
        <p:sp>
          <p:nvSpPr>
            <p:cNvPr id="158" name="Google Shape;158;p33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59" name="Google Shape;159;p33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60" name="Google Shape;160;p33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61" name="Google Shape;161;p33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/>
          <p:nvPr/>
        </p:nvSpPr>
        <p:spPr>
          <a:xfrm>
            <a:off x="3073750" y="0"/>
            <a:ext cx="6204000" cy="5143500"/>
          </a:xfrm>
          <a:prstGeom prst="roundRect">
            <a:avLst>
              <a:gd fmla="val 220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7" name="Google Shape;167;p34"/>
          <p:cNvSpPr txBox="1"/>
          <p:nvPr/>
        </p:nvSpPr>
        <p:spPr>
          <a:xfrm>
            <a:off x="101039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Главный герой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68" name="Google Shape;168;p34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4"/>
          <p:cNvSpPr txBox="1"/>
          <p:nvPr/>
        </p:nvSpPr>
        <p:spPr>
          <a:xfrm>
            <a:off x="96550" y="619225"/>
            <a:ext cx="29727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latin typeface="Golos Text"/>
                <a:ea typeface="Golos Text"/>
                <a:cs typeface="Golos Text"/>
                <a:sym typeface="Golos Text"/>
              </a:rPr>
              <a:t>Фамилия Имя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latin typeface="Golos Text"/>
                <a:ea typeface="Golos Text"/>
                <a:cs typeface="Golos Text"/>
                <a:sym typeface="Golos Text"/>
              </a:rPr>
              <a:t>возраст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70" name="Google Shape;170;p34"/>
          <p:cNvPicPr preferRelativeResize="0"/>
          <p:nvPr/>
        </p:nvPicPr>
        <p:blipFill rotWithShape="1">
          <a:blip r:embed="rId4">
            <a:alphaModFix/>
          </a:blip>
          <a:srcRect b="0" l="33645" r="31524" t="0"/>
          <a:stretch/>
        </p:blipFill>
        <p:spPr>
          <a:xfrm>
            <a:off x="6241925" y="126125"/>
            <a:ext cx="2854500" cy="4502100"/>
          </a:xfrm>
          <a:prstGeom prst="roundRect">
            <a:avLst>
              <a:gd fmla="val 2404" name="adj"/>
            </a:avLst>
          </a:prstGeom>
          <a:noFill/>
          <a:ln>
            <a:noFill/>
          </a:ln>
        </p:spPr>
      </p:pic>
      <p:pic>
        <p:nvPicPr>
          <p:cNvPr id="171" name="Google Shape;171;p34"/>
          <p:cNvPicPr preferRelativeResize="0"/>
          <p:nvPr/>
        </p:nvPicPr>
        <p:blipFill rotWithShape="1">
          <a:blip r:embed="rId5">
            <a:alphaModFix/>
          </a:blip>
          <a:srcRect b="0" l="34101" r="32039" t="0"/>
          <a:stretch/>
        </p:blipFill>
        <p:spPr>
          <a:xfrm>
            <a:off x="3230575" y="126125"/>
            <a:ext cx="2854500" cy="4502100"/>
          </a:xfrm>
          <a:prstGeom prst="roundRect">
            <a:avLst>
              <a:gd fmla="val 2686" name="adj"/>
            </a:avLst>
          </a:prstGeom>
          <a:noFill/>
          <a:ln>
            <a:noFill/>
          </a:ln>
        </p:spPr>
      </p:pic>
      <p:sp>
        <p:nvSpPr>
          <p:cNvPr id="172" name="Google Shape;172;p34"/>
          <p:cNvSpPr txBox="1"/>
          <p:nvPr/>
        </p:nvSpPr>
        <p:spPr>
          <a:xfrm>
            <a:off x="101050" y="2258050"/>
            <a:ext cx="2854500" cy="1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! Оцениваем актеров по гифкам. </a:t>
            </a: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Кидаем на слайд/док подготовленные заранее гифки с нужной нам эмоцией. Если клиент/агентство настаивает, даем отдельно линк на весь callback. 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Этот</a:t>
            </a: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" sz="1100" u="sng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сайт</a:t>
            </a:r>
            <a:r>
              <a:rPr lang="ru" sz="11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 помощь. 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grpSp>
        <p:nvGrpSpPr>
          <p:cNvPr id="173" name="Google Shape;173;p34"/>
          <p:cNvGrpSpPr/>
          <p:nvPr/>
        </p:nvGrpSpPr>
        <p:grpSpPr>
          <a:xfrm>
            <a:off x="3231608" y="4789860"/>
            <a:ext cx="1510679" cy="194110"/>
            <a:chOff x="4571993" y="4682576"/>
            <a:chExt cx="2155957" cy="356100"/>
          </a:xfrm>
        </p:grpSpPr>
        <p:sp>
          <p:nvSpPr>
            <p:cNvPr id="174" name="Google Shape;174;p34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75" name="Google Shape;175;p34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76" name="Google Shape;176;p34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77" name="Google Shape;177;p34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/>
          <p:nvPr/>
        </p:nvSpPr>
        <p:spPr>
          <a:xfrm>
            <a:off x="0" y="0"/>
            <a:ext cx="3000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Сцена / Герой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83" name="Google Shape;183;p35"/>
          <p:cNvSpPr/>
          <p:nvPr/>
        </p:nvSpPr>
        <p:spPr>
          <a:xfrm>
            <a:off x="3489076" y="297700"/>
            <a:ext cx="293100" cy="2397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84" name="Google Shape;184;p35" title="Rectangle 240649282.png"/>
          <p:cNvPicPr preferRelativeResize="0"/>
          <p:nvPr/>
        </p:nvPicPr>
        <p:blipFill rotWithShape="1">
          <a:blip r:embed="rId3">
            <a:alphaModFix/>
          </a:blip>
          <a:srcRect b="26307" l="0" r="0" t="26307"/>
          <a:stretch/>
        </p:blipFill>
        <p:spPr>
          <a:xfrm>
            <a:off x="3491740" y="297700"/>
            <a:ext cx="2610900" cy="43524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sp>
        <p:nvSpPr>
          <p:cNvPr id="185" name="Google Shape;185;p35"/>
          <p:cNvSpPr/>
          <p:nvPr/>
        </p:nvSpPr>
        <p:spPr>
          <a:xfrm>
            <a:off x="3491751" y="297700"/>
            <a:ext cx="293100" cy="2397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86" name="Google Shape;186;p35" title="Rectangle 240649282.png"/>
          <p:cNvPicPr preferRelativeResize="0"/>
          <p:nvPr/>
        </p:nvPicPr>
        <p:blipFill rotWithShape="1">
          <a:blip r:embed="rId3">
            <a:alphaModFix/>
          </a:blip>
          <a:srcRect b="26307" l="0" r="0" t="26307"/>
          <a:stretch/>
        </p:blipFill>
        <p:spPr>
          <a:xfrm>
            <a:off x="6304647" y="301300"/>
            <a:ext cx="2610900" cy="43524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sp>
        <p:nvSpPr>
          <p:cNvPr id="187" name="Google Shape;187;p35"/>
          <p:cNvSpPr/>
          <p:nvPr/>
        </p:nvSpPr>
        <p:spPr>
          <a:xfrm>
            <a:off x="6304639" y="301300"/>
            <a:ext cx="293100" cy="239700"/>
          </a:xfrm>
          <a:prstGeom prst="roundRect">
            <a:avLst>
              <a:gd fmla="val 25000" name="adj"/>
            </a:avLst>
          </a:prstGeom>
          <a:solidFill>
            <a:srgbClr val="FF8ADA"/>
          </a:solidFill>
          <a:ln>
            <a:noFill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8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sz="128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88" name="Google Shape;188;p35" title="LOGO_RGB_pin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35"/>
          <p:cNvGrpSpPr/>
          <p:nvPr/>
        </p:nvGrpSpPr>
        <p:grpSpPr>
          <a:xfrm>
            <a:off x="3491741" y="4789860"/>
            <a:ext cx="1510679" cy="194110"/>
            <a:chOff x="4571993" y="4682576"/>
            <a:chExt cx="2155957" cy="356100"/>
          </a:xfrm>
        </p:grpSpPr>
        <p:sp>
          <p:nvSpPr>
            <p:cNvPr id="190" name="Google Shape;190;p35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91" name="Google Shape;191;p35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92" name="Google Shape;192;p35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93" name="Google Shape;193;p35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194" name="Google Shape;194;p35"/>
          <p:cNvSpPr txBox="1"/>
          <p:nvPr/>
        </p:nvSpPr>
        <p:spPr>
          <a:xfrm>
            <a:off x="438074" y="891119"/>
            <a:ext cx="3936000" cy="15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Текстовый блок при необходимости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95" name="Google Shape;195;p35" title="12.png"/>
          <p:cNvPicPr preferRelativeResize="0"/>
          <p:nvPr/>
        </p:nvPicPr>
        <p:blipFill rotWithShape="1">
          <a:blip r:embed="rId5">
            <a:alphaModFix/>
          </a:blip>
          <a:srcRect b="23328" l="0" r="10281" t="23662"/>
          <a:stretch/>
        </p:blipFill>
        <p:spPr>
          <a:xfrm>
            <a:off x="152334" y="977343"/>
            <a:ext cx="255431" cy="1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/>
        </p:nvSpPr>
        <p:spPr>
          <a:xfrm>
            <a:off x="115702" y="45100"/>
            <a:ext cx="370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Актерский ансамбль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201" name="Google Shape;201;p36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36"/>
          <p:cNvGrpSpPr/>
          <p:nvPr/>
        </p:nvGrpSpPr>
        <p:grpSpPr>
          <a:xfrm>
            <a:off x="7441541" y="125747"/>
            <a:ext cx="1510679" cy="194110"/>
            <a:chOff x="4571993" y="4682576"/>
            <a:chExt cx="2155957" cy="356100"/>
          </a:xfrm>
        </p:grpSpPr>
        <p:sp>
          <p:nvSpPr>
            <p:cNvPr id="203" name="Google Shape;203;p36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04" name="Google Shape;204;p36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05" name="Google Shape;205;p36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06" name="Google Shape;206;p36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207" name="Google Shape;207;p36"/>
          <p:cNvSpPr/>
          <p:nvPr/>
        </p:nvSpPr>
        <p:spPr>
          <a:xfrm>
            <a:off x="3739674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8" name="Google Shape;208;p36"/>
          <p:cNvSpPr/>
          <p:nvPr/>
        </p:nvSpPr>
        <p:spPr>
          <a:xfrm>
            <a:off x="5516811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9" name="Google Shape;209;p36"/>
          <p:cNvSpPr/>
          <p:nvPr/>
        </p:nvSpPr>
        <p:spPr>
          <a:xfrm>
            <a:off x="7293936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0" name="Google Shape;210;p36"/>
          <p:cNvSpPr/>
          <p:nvPr/>
        </p:nvSpPr>
        <p:spPr>
          <a:xfrm>
            <a:off x="3739674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1" name="Google Shape;211;p36"/>
          <p:cNvSpPr/>
          <p:nvPr/>
        </p:nvSpPr>
        <p:spPr>
          <a:xfrm>
            <a:off x="5516811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2" name="Google Shape;212;p36"/>
          <p:cNvSpPr/>
          <p:nvPr/>
        </p:nvSpPr>
        <p:spPr>
          <a:xfrm>
            <a:off x="7293936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3" name="Google Shape;213;p36"/>
          <p:cNvSpPr/>
          <p:nvPr/>
        </p:nvSpPr>
        <p:spPr>
          <a:xfrm>
            <a:off x="185375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4" name="Google Shape;214;p36"/>
          <p:cNvSpPr/>
          <p:nvPr/>
        </p:nvSpPr>
        <p:spPr>
          <a:xfrm>
            <a:off x="1962532" y="88320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5" name="Google Shape;215;p36"/>
          <p:cNvSpPr/>
          <p:nvPr/>
        </p:nvSpPr>
        <p:spPr>
          <a:xfrm>
            <a:off x="185375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6" name="Google Shape;216;p36"/>
          <p:cNvSpPr/>
          <p:nvPr/>
        </p:nvSpPr>
        <p:spPr>
          <a:xfrm>
            <a:off x="1962532" y="2819450"/>
            <a:ext cx="1658100" cy="1810200"/>
          </a:xfrm>
          <a:prstGeom prst="roundRect">
            <a:avLst>
              <a:gd fmla="val 224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83300" lIns="83300" spcFirstLastPara="1" rIns="83300" wrap="square" tIns="83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7" title="Rectangle 240649282.png"/>
          <p:cNvPicPr preferRelativeResize="0"/>
          <p:nvPr/>
        </p:nvPicPr>
        <p:blipFill rotWithShape="1">
          <a:blip r:embed="rId3">
            <a:alphaModFix/>
          </a:blip>
          <a:srcRect b="26307" l="0" r="0" t="26307"/>
          <a:stretch/>
        </p:blipFill>
        <p:spPr>
          <a:xfrm>
            <a:off x="3491740" y="297700"/>
            <a:ext cx="2610900" cy="43524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pic>
        <p:nvPicPr>
          <p:cNvPr id="222" name="Google Shape;222;p37" title="Rectangle 240649282.png"/>
          <p:cNvPicPr preferRelativeResize="0"/>
          <p:nvPr/>
        </p:nvPicPr>
        <p:blipFill rotWithShape="1">
          <a:blip r:embed="rId3">
            <a:alphaModFix/>
          </a:blip>
          <a:srcRect b="26307" l="0" r="0" t="26307"/>
          <a:stretch/>
        </p:blipFill>
        <p:spPr>
          <a:xfrm>
            <a:off x="6304647" y="301300"/>
            <a:ext cx="2610900" cy="43524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pic>
        <p:nvPicPr>
          <p:cNvPr id="223" name="Google Shape;223;p37" title="LOGO_RGB_pin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37"/>
          <p:cNvGrpSpPr/>
          <p:nvPr/>
        </p:nvGrpSpPr>
        <p:grpSpPr>
          <a:xfrm>
            <a:off x="3491741" y="4789860"/>
            <a:ext cx="1510679" cy="194110"/>
            <a:chOff x="4571993" y="4682576"/>
            <a:chExt cx="2155957" cy="356100"/>
          </a:xfrm>
        </p:grpSpPr>
        <p:sp>
          <p:nvSpPr>
            <p:cNvPr id="225" name="Google Shape;225;p37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26" name="Google Shape;226;p37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27" name="Google Shape;227;p37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28" name="Google Shape;228;p37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229" name="Google Shape;229;p37"/>
          <p:cNvSpPr txBox="1"/>
          <p:nvPr/>
        </p:nvSpPr>
        <p:spPr>
          <a:xfrm>
            <a:off x="438074" y="891119"/>
            <a:ext cx="3936000" cy="15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Текстовый блок при необходимости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30" name="Google Shape;230;p37" title="12.png"/>
          <p:cNvPicPr preferRelativeResize="0"/>
          <p:nvPr/>
        </p:nvPicPr>
        <p:blipFill rotWithShape="1">
          <a:blip r:embed="rId5">
            <a:alphaModFix/>
          </a:blip>
          <a:srcRect b="23328" l="0" r="10281" t="23662"/>
          <a:stretch/>
        </p:blipFill>
        <p:spPr>
          <a:xfrm>
            <a:off x="152334" y="977343"/>
            <a:ext cx="255431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7"/>
          <p:cNvSpPr txBox="1"/>
          <p:nvPr/>
        </p:nvSpPr>
        <p:spPr>
          <a:xfrm>
            <a:off x="115702" y="45100"/>
            <a:ext cx="370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Актерский ансамбль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/>
        </p:nvSpPr>
        <p:spPr>
          <a:xfrm>
            <a:off x="115702" y="45100"/>
            <a:ext cx="370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Актерский ансамбль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237" name="Google Shape;237;p38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38"/>
          <p:cNvGrpSpPr/>
          <p:nvPr/>
        </p:nvGrpSpPr>
        <p:grpSpPr>
          <a:xfrm>
            <a:off x="7441541" y="125747"/>
            <a:ext cx="1510679" cy="194110"/>
            <a:chOff x="4571993" y="4682576"/>
            <a:chExt cx="2155957" cy="356100"/>
          </a:xfrm>
        </p:grpSpPr>
        <p:sp>
          <p:nvSpPr>
            <p:cNvPr id="239" name="Google Shape;239;p38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40" name="Google Shape;240;p38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41" name="Google Shape;241;p38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42" name="Google Shape;242;p38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pic>
        <p:nvPicPr>
          <p:cNvPr id="243" name="Google Shape;243;p38" title="Rectangle 240649282.png"/>
          <p:cNvPicPr preferRelativeResize="0"/>
          <p:nvPr/>
        </p:nvPicPr>
        <p:blipFill rotWithShape="1">
          <a:blip r:embed="rId4">
            <a:alphaModFix/>
          </a:blip>
          <a:srcRect b="26307" l="0" r="0" t="26307"/>
          <a:stretch/>
        </p:blipFill>
        <p:spPr>
          <a:xfrm>
            <a:off x="198864" y="475500"/>
            <a:ext cx="2610900" cy="42708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pic>
        <p:nvPicPr>
          <p:cNvPr id="244" name="Google Shape;244;p38" title="Rectangle 240649282.png"/>
          <p:cNvPicPr preferRelativeResize="0"/>
          <p:nvPr/>
        </p:nvPicPr>
        <p:blipFill rotWithShape="1">
          <a:blip r:embed="rId4">
            <a:alphaModFix/>
          </a:blip>
          <a:srcRect b="26307" l="0" r="0" t="26307"/>
          <a:stretch/>
        </p:blipFill>
        <p:spPr>
          <a:xfrm>
            <a:off x="3265772" y="475508"/>
            <a:ext cx="2610900" cy="42708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pic>
        <p:nvPicPr>
          <p:cNvPr id="245" name="Google Shape;245;p38" title="Rectangle 240649282.png"/>
          <p:cNvPicPr preferRelativeResize="0"/>
          <p:nvPr/>
        </p:nvPicPr>
        <p:blipFill rotWithShape="1">
          <a:blip r:embed="rId4">
            <a:alphaModFix/>
          </a:blip>
          <a:srcRect b="26307" l="0" r="0" t="26307"/>
          <a:stretch/>
        </p:blipFill>
        <p:spPr>
          <a:xfrm>
            <a:off x="6332674" y="475512"/>
            <a:ext cx="2610900" cy="42708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/>
        </p:nvSpPr>
        <p:spPr>
          <a:xfrm>
            <a:off x="115702" y="45100"/>
            <a:ext cx="370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Актерский ансамбль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251" name="Google Shape;251;p39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39"/>
          <p:cNvGrpSpPr/>
          <p:nvPr/>
        </p:nvGrpSpPr>
        <p:grpSpPr>
          <a:xfrm>
            <a:off x="7441541" y="125747"/>
            <a:ext cx="1510679" cy="194110"/>
            <a:chOff x="4571993" y="4682576"/>
            <a:chExt cx="2155957" cy="356100"/>
          </a:xfrm>
        </p:grpSpPr>
        <p:sp>
          <p:nvSpPr>
            <p:cNvPr id="253" name="Google Shape;253;p39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54" name="Google Shape;254;p39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55" name="Google Shape;255;p39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56" name="Google Shape;256;p39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pic>
        <p:nvPicPr>
          <p:cNvPr id="257" name="Google Shape;257;p39" title="Rectangle 240649282.png"/>
          <p:cNvPicPr preferRelativeResize="0"/>
          <p:nvPr/>
        </p:nvPicPr>
        <p:blipFill rotWithShape="1">
          <a:blip r:embed="rId4">
            <a:alphaModFix/>
          </a:blip>
          <a:srcRect b="26307" l="0" r="0" t="26307"/>
          <a:stretch/>
        </p:blipFill>
        <p:spPr>
          <a:xfrm>
            <a:off x="185375" y="1010251"/>
            <a:ext cx="1909200" cy="31230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pic>
        <p:nvPicPr>
          <p:cNvPr id="258" name="Google Shape;258;p39" title="Rectangle 240649282.png"/>
          <p:cNvPicPr preferRelativeResize="0"/>
          <p:nvPr/>
        </p:nvPicPr>
        <p:blipFill rotWithShape="1">
          <a:blip r:embed="rId4">
            <a:alphaModFix/>
          </a:blip>
          <a:srcRect b="26307" l="0" r="0" t="26307"/>
          <a:stretch/>
        </p:blipFill>
        <p:spPr>
          <a:xfrm>
            <a:off x="2511117" y="1010256"/>
            <a:ext cx="1909200" cy="31230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pic>
        <p:nvPicPr>
          <p:cNvPr id="259" name="Google Shape;259;p39" title="Rectangle 240649282.png"/>
          <p:cNvPicPr preferRelativeResize="0"/>
          <p:nvPr/>
        </p:nvPicPr>
        <p:blipFill rotWithShape="1">
          <a:blip r:embed="rId4">
            <a:alphaModFix/>
          </a:blip>
          <a:srcRect b="26307" l="0" r="0" t="26307"/>
          <a:stretch/>
        </p:blipFill>
        <p:spPr>
          <a:xfrm>
            <a:off x="4777080" y="1010260"/>
            <a:ext cx="1909200" cy="31230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  <p:pic>
        <p:nvPicPr>
          <p:cNvPr id="260" name="Google Shape;260;p39" title="Rectangle 240649282.png"/>
          <p:cNvPicPr preferRelativeResize="0"/>
          <p:nvPr/>
        </p:nvPicPr>
        <p:blipFill rotWithShape="1">
          <a:blip r:embed="rId4">
            <a:alphaModFix/>
          </a:blip>
          <a:srcRect b="26307" l="0" r="0" t="26307"/>
          <a:stretch/>
        </p:blipFill>
        <p:spPr>
          <a:xfrm>
            <a:off x="7043030" y="1010260"/>
            <a:ext cx="1909200" cy="3123000"/>
          </a:xfrm>
          <a:prstGeom prst="roundRect">
            <a:avLst>
              <a:gd fmla="val 227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