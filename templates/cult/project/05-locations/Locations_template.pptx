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Golos Text"/>
      <p:regular r:id="rId11"/>
      <p:bold r:id="rId12"/>
    </p:embeddedFont>
    <p:embeddedFont>
      <p:font typeface="Inter Light"/>
      <p:regular r:id="rId13"/>
      <p:bold r:id="rId14"/>
      <p:italic r:id="rId15"/>
      <p:boldItalic r:id="rId16"/>
    </p:embeddedFont>
    <p:embeddedFont>
      <p:font typeface="Golos Text Medium"/>
      <p:regular r:id="rId17"/>
      <p:bold r:id="rId18"/>
    </p:embeddedFont>
    <p:embeddedFont>
      <p:font typeface="Helvetica Neue"/>
      <p:regular r:id="rId19"/>
      <p:bold r:id="rId20"/>
      <p:italic r:id="rId21"/>
      <p:boldItalic r:id="rId22"/>
    </p:embeddedFont>
    <p:embeddedFont>
      <p:font typeface="Helvetica Neue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22">
          <p15:clr>
            <a:srgbClr val="747775"/>
          </p15:clr>
        </p15:guide>
        <p15:guide id="2" pos="142">
          <p15:clr>
            <a:srgbClr val="747775"/>
          </p15:clr>
        </p15:guide>
        <p15:guide id="3" pos="2976">
          <p15:clr>
            <a:srgbClr val="747775"/>
          </p15:clr>
        </p15:guide>
        <p15:guide id="4" pos="5613">
          <p15:clr>
            <a:srgbClr val="747775"/>
          </p15:clr>
        </p15:guide>
        <p15:guide id="5" orient="horz" pos="140">
          <p15:clr>
            <a:srgbClr val="747775"/>
          </p15:clr>
        </p15:guide>
        <p15:guide id="6" orient="horz" pos="181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22" orient="horz"/>
        <p:guide pos="142"/>
        <p:guide pos="2976"/>
        <p:guide pos="5613"/>
        <p:guide pos="140" orient="horz"/>
        <p:guide pos="181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22" Type="http://schemas.openxmlformats.org/officeDocument/2006/relationships/font" Target="fonts/HelveticaNeue-boldItalic.fntdata"/><Relationship Id="rId21" Type="http://schemas.openxmlformats.org/officeDocument/2006/relationships/font" Target="fonts/HelveticaNeue-italic.fntdata"/><Relationship Id="rId24" Type="http://schemas.openxmlformats.org/officeDocument/2006/relationships/font" Target="fonts/HelveticaNeueLight-bold.fntdata"/><Relationship Id="rId23" Type="http://schemas.openxmlformats.org/officeDocument/2006/relationships/font" Target="fonts/HelveticaNeueLight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lveticaNeueLight-boldItalic.fntdata"/><Relationship Id="rId25" Type="http://schemas.openxmlformats.org/officeDocument/2006/relationships/font" Target="fonts/HelveticaNeueLight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font" Target="fonts/GolosText-regular.fntdata"/><Relationship Id="rId10" Type="http://schemas.openxmlformats.org/officeDocument/2006/relationships/slide" Target="slides/slide4.xml"/><Relationship Id="rId13" Type="http://schemas.openxmlformats.org/officeDocument/2006/relationships/font" Target="fonts/InterLight-regular.fntdata"/><Relationship Id="rId12" Type="http://schemas.openxmlformats.org/officeDocument/2006/relationships/font" Target="fonts/GolosText-bold.fntdata"/><Relationship Id="rId15" Type="http://schemas.openxmlformats.org/officeDocument/2006/relationships/font" Target="fonts/InterLight-italic.fntdata"/><Relationship Id="rId14" Type="http://schemas.openxmlformats.org/officeDocument/2006/relationships/font" Target="fonts/InterLight-bold.fntdata"/><Relationship Id="rId17" Type="http://schemas.openxmlformats.org/officeDocument/2006/relationships/font" Target="fonts/GolosTextMedium-regular.fntdata"/><Relationship Id="rId16" Type="http://schemas.openxmlformats.org/officeDocument/2006/relationships/font" Target="fonts/InterLight-boldItalic.fntdata"/><Relationship Id="rId19" Type="http://schemas.openxmlformats.org/officeDocument/2006/relationships/font" Target="fonts/HelveticaNeue-regular.fntdata"/><Relationship Id="rId18" Type="http://schemas.openxmlformats.org/officeDocument/2006/relationships/font" Target="fonts/GolosTex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37ab424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37ab424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37ab4248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37ab4248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37ab4248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37ab4248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37ab4248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37ab4248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заголовок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92969" y="863947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92969" y="2652117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горизонтально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1129605" y="334863"/>
            <a:ext cx="6876000" cy="31209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892969" y="3542854"/>
            <a:ext cx="7358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892969" y="4319736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4437983" y="4875609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по центру">
  <p:cSld name="Заголовок — по центру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892969" y="1701105"/>
            <a:ext cx="7358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вертикально">
  <p:cSld name="Фото — вертикально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4723805" y="334863"/>
            <a:ext cx="3750600" cy="43398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669727" y="334863"/>
            <a:ext cx="37506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3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69727" y="2511475"/>
            <a:ext cx="37506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1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вверху">
  <p:cSld name="Заголовок — вверху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669727" y="1372939"/>
            <a:ext cx="78045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36550" lvl="0" marL="457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>
            <p:ph idx="2" type="pic"/>
          </p:nvPr>
        </p:nvSpPr>
        <p:spPr>
          <a:xfrm>
            <a:off x="4723805" y="1372939"/>
            <a:ext cx="3750600" cy="33150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69727" y="1372939"/>
            <a:ext cx="37506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idx="1" type="body"/>
          </p:nvPr>
        </p:nvSpPr>
        <p:spPr>
          <a:xfrm>
            <a:off x="669727" y="669727"/>
            <a:ext cx="78045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36550" lvl="0" marL="457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3 шт.">
  <p:cSld name="Фото — 3 шт.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>
            <p:ph idx="2" type="pic"/>
          </p:nvPr>
        </p:nvSpPr>
        <p:spPr>
          <a:xfrm>
            <a:off x="4723805" y="2685604"/>
            <a:ext cx="3750600" cy="1989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/>
          <p:nvPr>
            <p:ph idx="3" type="pic"/>
          </p:nvPr>
        </p:nvSpPr>
        <p:spPr>
          <a:xfrm>
            <a:off x="4728177" y="468809"/>
            <a:ext cx="3750600" cy="19890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/>
          <p:nvPr>
            <p:ph idx="4" type="pic"/>
          </p:nvPr>
        </p:nvSpPr>
        <p:spPr>
          <a:xfrm>
            <a:off x="669727" y="468809"/>
            <a:ext cx="3750600" cy="42057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">
  <p:cSld name="Цитата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892969" y="3355330"/>
            <a:ext cx="7358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"/>
              <a:buNone/>
              <a:defRPr b="0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892969" y="2250281"/>
            <a:ext cx="73581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None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>
  <p:cSld name="Фото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>
  <p:cSld name="Пустой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58925" lIns="58925" spcFirstLastPara="1" rIns="58925" wrap="square" tIns="58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58925" lIns="58925" spcFirstLastPara="1" rIns="58925" wrap="square" tIns="58925">
            <a:noAutofit/>
          </a:bodyPr>
          <a:lstStyle>
            <a:lvl1pPr lvl="0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32750" lIns="32750" spcFirstLastPara="1" rIns="32750" wrap="square" tIns="327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58925" lIns="58925" spcFirstLastPara="1" rIns="58925" wrap="square" tIns="589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58925" lIns="58925" spcFirstLastPara="1" rIns="58925" wrap="square" tIns="58925">
            <a:noAutofit/>
          </a:bodyPr>
          <a:lstStyle>
            <a:lvl1pPr lvl="0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32750" lIns="32750" spcFirstLastPara="1" rIns="32750" wrap="square" tIns="327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9" name="Google Shape;69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524144" y="473705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sz="800"/>
            </a:lvl1pPr>
            <a:lvl2pPr lvl="1">
              <a:buNone/>
              <a:defRPr sz="800"/>
            </a:lvl2pPr>
            <a:lvl3pPr lvl="2">
              <a:buNone/>
              <a:defRPr sz="800"/>
            </a:lvl3pPr>
            <a:lvl4pPr lvl="3">
              <a:buNone/>
              <a:defRPr sz="800"/>
            </a:lvl4pPr>
            <a:lvl5pPr lvl="4">
              <a:buNone/>
              <a:defRPr sz="800"/>
            </a:lvl5pPr>
            <a:lvl6pPr lvl="5">
              <a:buNone/>
              <a:defRPr sz="800"/>
            </a:lvl6pPr>
            <a:lvl7pPr lvl="6">
              <a:buNone/>
              <a:defRPr sz="800"/>
            </a:lvl7pPr>
            <a:lvl8pPr lvl="7">
              <a:buNone/>
              <a:defRPr sz="800"/>
            </a:lvl8pPr>
            <a:lvl9pPr lvl="8">
              <a:buNone/>
              <a:defRPr sz="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101" name="Google Shape;1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69727" y="234404"/>
            <a:ext cx="7804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5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69727" y="1372939"/>
            <a:ext cx="78045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925" lIns="58925" spcFirstLastPara="1" rIns="58925" wrap="square" tIns="58925">
            <a:noAutofit/>
          </a:bodyPr>
          <a:lstStyle>
            <a:lvl1pPr indent="-336550" lvl="0" marL="457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36550" lvl="3" marL="18288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36550" lvl="4" marL="22860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36550" lvl="5" marL="27432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36550" lvl="6" marL="32004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36550" lvl="7" marL="36576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36550" lvl="8" marL="4114800" marR="0" rtl="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Helvetica Neue Light"/>
              <a:buChar char="•"/>
              <a:defRPr b="0" i="0" sz="23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"/>
              <a:buNone/>
              <a:defRPr sz="24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los Text"/>
              <a:buChar char="●"/>
              <a:defRPr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●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○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Golos Text"/>
              <a:buChar char="■"/>
              <a:defRPr sz="10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r">
              <a:buNone/>
              <a:defRPr sz="6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/>
          <p:nvPr/>
        </p:nvSpPr>
        <p:spPr>
          <a:xfrm>
            <a:off x="225700" y="222800"/>
            <a:ext cx="82515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Обратите внимание</a:t>
            </a:r>
            <a:endParaRPr sz="17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114" name="Google Shape;114;p29"/>
          <p:cNvSpPr txBox="1"/>
          <p:nvPr/>
        </p:nvSpPr>
        <p:spPr>
          <a:xfrm>
            <a:off x="225700" y="828100"/>
            <a:ext cx="4346400" cy="3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В шаблоне уже все сделано для вашего удобства.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! Не нужно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текстовых блоков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размер картинок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перемещать текстовые и другие блоки по слайду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100"/>
              <a:buFont typeface="Golos Text"/>
              <a:buChar char="-"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менять шрифт, размер текста, выделять жирным/курсивом то, что им не выделено.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Текст следует писать в уже существующих блоках,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а картинки перетаскивать прямиком в серые блоки - картинки встанут в них.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Шаблон сверстан по нашему фирстилю,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поэтому 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просьба отнестись к этому с пониманием.</a:t>
            </a:r>
            <a:endParaRPr sz="1100">
              <a:solidFill>
                <a:srgbClr val="232323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32323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На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титульном слайде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необходимо заменить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i="1"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Название проекта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на название проекта</a:t>
            </a:r>
            <a:r>
              <a:rPr lang="ru" sz="1100">
                <a:solidFill>
                  <a:srgbClr val="232323"/>
                </a:solidFill>
                <a:latin typeface="Inter Light"/>
                <a:ea typeface="Inter Light"/>
                <a:cs typeface="Inter Light"/>
                <a:sym typeface="Inter Light"/>
              </a:rPr>
              <a:t>. </a:t>
            </a:r>
            <a:r>
              <a:rPr lang="ru" sz="1100">
                <a:solidFill>
                  <a:srgbClr val="232323"/>
                </a:solidFill>
                <a:latin typeface="Golos Text"/>
                <a:ea typeface="Golos Text"/>
                <a:cs typeface="Golos Text"/>
                <a:sym typeface="Golos Text"/>
              </a:rPr>
              <a:t>Количество пробелов и их расположение не важно, </a:t>
            </a: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главное - выравнивание по текста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232323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 правому краю до T. </a:t>
            </a:r>
            <a:endParaRPr sz="1100">
              <a:solidFill>
                <a:srgbClr val="232323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/>
          <p:nvPr/>
        </p:nvSpPr>
        <p:spPr>
          <a:xfrm>
            <a:off x="57497" y="6375"/>
            <a:ext cx="8214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latin typeface="Golos Text"/>
                <a:ea typeface="Golos Text"/>
                <a:cs typeface="Golos Text"/>
                <a:sym typeface="Golos Text"/>
              </a:rPr>
              <a:t>Локации</a:t>
            </a:r>
            <a:endParaRPr sz="5000"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20" name="Google Shape;120;p30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4133843" y="290322"/>
            <a:ext cx="574776" cy="33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1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Локация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26" name="Google Shape;126;p31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31" title="Снимок экрана 2025-09-13 в 23.16.43.png"/>
          <p:cNvPicPr preferRelativeResize="0"/>
          <p:nvPr/>
        </p:nvPicPr>
        <p:blipFill rotWithShape="1">
          <a:blip r:embed="rId4">
            <a:alphaModFix/>
          </a:blip>
          <a:srcRect b="17823" l="29934" r="15279" t="42312"/>
          <a:stretch/>
        </p:blipFill>
        <p:spPr>
          <a:xfrm>
            <a:off x="185375" y="696375"/>
            <a:ext cx="8766900" cy="3925500"/>
          </a:xfrm>
          <a:prstGeom prst="roundRect">
            <a:avLst>
              <a:gd fmla="val 1542" name="adj"/>
            </a:avLst>
          </a:prstGeom>
          <a:noFill/>
          <a:ln>
            <a:noFill/>
          </a:ln>
        </p:spPr>
      </p:pic>
      <p:grpSp>
        <p:nvGrpSpPr>
          <p:cNvPr id="128" name="Google Shape;128;p31"/>
          <p:cNvGrpSpPr/>
          <p:nvPr/>
        </p:nvGrpSpPr>
        <p:grpSpPr>
          <a:xfrm>
            <a:off x="7441591" y="125747"/>
            <a:ext cx="1510679" cy="194110"/>
            <a:chOff x="4571993" y="4682576"/>
            <a:chExt cx="2155957" cy="356100"/>
          </a:xfrm>
        </p:grpSpPr>
        <p:sp>
          <p:nvSpPr>
            <p:cNvPr id="129" name="Google Shape;129;p31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30" name="Google Shape;130;p31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31" name="Google Shape;131;p31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32" name="Google Shape;132;p31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2"/>
          <p:cNvSpPr txBox="1"/>
          <p:nvPr/>
        </p:nvSpPr>
        <p:spPr>
          <a:xfrm>
            <a:off x="115693" y="45089"/>
            <a:ext cx="2972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Локация</a:t>
            </a:r>
            <a:endParaRPr sz="2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138" name="Google Shape;138;p32" title="LOGO_RGB_pi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377" y="4811450"/>
            <a:ext cx="556930" cy="15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2"/>
          <p:cNvSpPr txBox="1"/>
          <p:nvPr/>
        </p:nvSpPr>
        <p:spPr>
          <a:xfrm>
            <a:off x="438074" y="891119"/>
            <a:ext cx="3936000" cy="23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Адрес: </a:t>
            </a:r>
            <a:endParaRPr sz="1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Координаты: </a:t>
            </a:r>
            <a:endParaRPr sz="11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Ссылка на фото ↗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FF8ADA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Фото со скаута ↗</a:t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8ADA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pic>
        <p:nvPicPr>
          <p:cNvPr id="140" name="Google Shape;140;p32" title="12.png"/>
          <p:cNvPicPr preferRelativeResize="0"/>
          <p:nvPr/>
        </p:nvPicPr>
        <p:blipFill rotWithShape="1">
          <a:blip r:embed="rId4">
            <a:alphaModFix/>
          </a:blip>
          <a:srcRect b="23328" l="0" r="10281" t="23662"/>
          <a:stretch/>
        </p:blipFill>
        <p:spPr>
          <a:xfrm>
            <a:off x="152334" y="977343"/>
            <a:ext cx="255431" cy="1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32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4"/>
          <a:stretch/>
        </p:blipFill>
        <p:spPr>
          <a:xfrm>
            <a:off x="4481025" y="172650"/>
            <a:ext cx="4306200" cy="2195700"/>
          </a:xfrm>
          <a:prstGeom prst="roundRect">
            <a:avLst>
              <a:gd fmla="val 2021" name="adj"/>
            </a:avLst>
          </a:prstGeom>
          <a:noFill/>
          <a:ln>
            <a:noFill/>
          </a:ln>
        </p:spPr>
      </p:pic>
      <p:pic>
        <p:nvPicPr>
          <p:cNvPr id="142" name="Google Shape;142;p32" title="Rectangle 240649282.png"/>
          <p:cNvPicPr preferRelativeResize="0"/>
          <p:nvPr/>
        </p:nvPicPr>
        <p:blipFill rotWithShape="1">
          <a:blip r:embed="rId5">
            <a:alphaModFix/>
          </a:blip>
          <a:srcRect b="37962" l="0" r="0" t="37964"/>
          <a:stretch/>
        </p:blipFill>
        <p:spPr>
          <a:xfrm>
            <a:off x="4481025" y="2541763"/>
            <a:ext cx="4306200" cy="2195700"/>
          </a:xfrm>
          <a:prstGeom prst="roundRect">
            <a:avLst>
              <a:gd fmla="val 1624" name="adj"/>
            </a:avLst>
          </a:prstGeom>
          <a:noFill/>
          <a:ln>
            <a:noFill/>
          </a:ln>
        </p:spPr>
      </p:pic>
      <p:grpSp>
        <p:nvGrpSpPr>
          <p:cNvPr id="143" name="Google Shape;143;p32"/>
          <p:cNvGrpSpPr/>
          <p:nvPr/>
        </p:nvGrpSpPr>
        <p:grpSpPr>
          <a:xfrm>
            <a:off x="4481016" y="4816810"/>
            <a:ext cx="1510679" cy="194110"/>
            <a:chOff x="4571993" y="4682576"/>
            <a:chExt cx="2155957" cy="356100"/>
          </a:xfrm>
        </p:grpSpPr>
        <p:sp>
          <p:nvSpPr>
            <p:cNvPr id="144" name="Google Shape;144;p32"/>
            <p:cNvSpPr/>
            <p:nvPr/>
          </p:nvSpPr>
          <p:spPr>
            <a:xfrm>
              <a:off x="4579350" y="4757575"/>
              <a:ext cx="2148600" cy="206100"/>
            </a:xfrm>
            <a:prstGeom prst="roundRect">
              <a:avLst>
                <a:gd fmla="val 16667" name="adj"/>
              </a:avLst>
            </a:prstGeom>
            <a:solidFill>
              <a:srgbClr val="FF8ADA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45" name="Google Shape;145;p32"/>
            <p:cNvSpPr txBox="1"/>
            <p:nvPr/>
          </p:nvSpPr>
          <p:spPr>
            <a:xfrm>
              <a:off x="4571993" y="4682576"/>
              <a:ext cx="12921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4050" lIns="64050" spcFirstLastPara="1" rIns="64050" wrap="square" tIns="64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420">
                  <a:solidFill>
                    <a:schemeClr val="lt1"/>
                  </a:solidFill>
                  <a:latin typeface="Golos Text Medium"/>
                  <a:ea typeface="Golos Text Medium"/>
                  <a:cs typeface="Golos Text Medium"/>
                  <a:sym typeface="Golos Text Medium"/>
                </a:rPr>
                <a:t>PPM book</a:t>
              </a:r>
              <a:endParaRPr sz="42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endParaRPr>
            </a:p>
          </p:txBody>
        </p:sp>
        <p:sp>
          <p:nvSpPr>
            <p:cNvPr id="146" name="Google Shape;146;p32"/>
            <p:cNvSpPr/>
            <p:nvPr/>
          </p:nvSpPr>
          <p:spPr>
            <a:xfrm>
              <a:off x="6558548" y="4797675"/>
              <a:ext cx="129000" cy="1290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  <p:sp>
          <p:nvSpPr>
            <p:cNvPr id="147" name="Google Shape;147;p32"/>
            <p:cNvSpPr/>
            <p:nvPr/>
          </p:nvSpPr>
          <p:spPr>
            <a:xfrm rot="5400000">
              <a:off x="6600344" y="4839627"/>
              <a:ext cx="51300" cy="444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64050" lIns="64050" spcFirstLastPara="1" rIns="64050" wrap="square" tIns="64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80">
                <a:latin typeface="Golos Text"/>
                <a:ea typeface="Golos Text"/>
                <a:cs typeface="Golos Text"/>
                <a:sym typeface="Golos Tex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