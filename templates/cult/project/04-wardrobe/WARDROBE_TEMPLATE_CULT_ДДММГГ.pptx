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Golos Text"/>
      <p:regular r:id="rId16"/>
      <p:bold r:id="rId17"/>
    </p:embeddedFont>
    <p:embeddedFont>
      <p:font typeface="Inter Light"/>
      <p:regular r:id="rId18"/>
      <p:bold r:id="rId19"/>
      <p:italic r:id="rId20"/>
      <p:boldItalic r:id="rId21"/>
    </p:embeddedFont>
    <p:embeddedFont>
      <p:font typeface="Golos Text Medium"/>
      <p:regular r:id="rId22"/>
      <p:bold r:id="rId23"/>
    </p:embeddedFont>
    <p:embeddedFont>
      <p:font typeface="Helvetica Neue"/>
      <p:regular r:id="rId24"/>
      <p:bold r:id="rId25"/>
      <p:italic r:id="rId26"/>
      <p:boldItalic r:id="rId27"/>
    </p:embeddedFont>
    <p:embeddedFont>
      <p:font typeface="Helvetica Neue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0">
          <p15:clr>
            <a:srgbClr val="A4A3A4"/>
          </p15:clr>
        </p15:guide>
        <p15:guide id="2" pos="142">
          <p15:clr>
            <a:srgbClr val="A4A3A4"/>
          </p15:clr>
        </p15:guide>
        <p15:guide id="3" orient="horz" pos="1620">
          <p15:clr>
            <a:srgbClr val="747775"/>
          </p15:clr>
        </p15:guide>
        <p15:guide id="4" orient="horz" pos="556">
          <p15:clr>
            <a:srgbClr val="747775"/>
          </p15:clr>
        </p15:guide>
        <p15:guide id="5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0" orient="horz"/>
        <p:guide pos="142"/>
        <p:guide pos="1620" orient="horz"/>
        <p:guide pos="556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italic.fntdata"/><Relationship Id="rId22" Type="http://schemas.openxmlformats.org/officeDocument/2006/relationships/font" Target="fonts/GolosTextMedium-regular.fntdata"/><Relationship Id="rId21" Type="http://schemas.openxmlformats.org/officeDocument/2006/relationships/font" Target="fonts/InterLight-boldItalic.fntdata"/><Relationship Id="rId24" Type="http://schemas.openxmlformats.org/officeDocument/2006/relationships/font" Target="fonts/HelveticaNeue-regular.fntdata"/><Relationship Id="rId23" Type="http://schemas.openxmlformats.org/officeDocument/2006/relationships/font" Target="fonts/GolosTex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schemas.openxmlformats.org/officeDocument/2006/relationships/font" Target="fonts/HelveticaNeueLight-regular.fntdata"/><Relationship Id="rId27" Type="http://schemas.openxmlformats.org/officeDocument/2006/relationships/font" Target="fonts/HelveticaNeue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Light-boldItalic.fntdata"/><Relationship Id="rId30" Type="http://schemas.openxmlformats.org/officeDocument/2006/relationships/font" Target="fonts/HelveticaNeueLigh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olosText-bold.fntdata"/><Relationship Id="rId16" Type="http://schemas.openxmlformats.org/officeDocument/2006/relationships/font" Target="fonts/GolosText-regular.fntdata"/><Relationship Id="rId19" Type="http://schemas.openxmlformats.org/officeDocument/2006/relationships/font" Target="fonts/InterLight-bold.fntdata"/><Relationship Id="rId18" Type="http://schemas.openxmlformats.org/officeDocument/2006/relationships/font" Target="fonts/Inter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37ba547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37ba547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37ba5475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37ba5475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37ba5475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837ba5475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37ba5475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837ba5475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37ba5475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37ba5475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37ba5475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37ba5475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37ba5475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37ba5475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37ba5475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37ba5475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37ba5475b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837ba5475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92969" y="863947"/>
            <a:ext cx="7358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92969" y="2652117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горизонтально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1129605" y="334863"/>
            <a:ext cx="6876000" cy="31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892969" y="3542854"/>
            <a:ext cx="7358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892969" y="4319736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4437983" y="4875609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по центру">
  <p:cSld name="Заголовок — по центру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92969" y="1701105"/>
            <a:ext cx="7358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вертикально">
  <p:cSld name="Фото — вертикально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4723805" y="334863"/>
            <a:ext cx="3750600" cy="43398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669727" y="334863"/>
            <a:ext cx="37506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3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669727" y="2511475"/>
            <a:ext cx="3750600" cy="21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вверху">
  <p:cSld name="Заголовок — вверху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69727" y="234404"/>
            <a:ext cx="7804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669727" y="234404"/>
            <a:ext cx="7804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669727" y="1372939"/>
            <a:ext cx="78045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336550" lvl="0" marL="457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пункты и фото">
  <p:cSld name="Заголовок, пункты и фото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4723805" y="1372939"/>
            <a:ext cx="3750600" cy="33150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669727" y="234404"/>
            <a:ext cx="7804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669727" y="1372939"/>
            <a:ext cx="37506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669727" y="669727"/>
            <a:ext cx="78045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336550" lvl="0" marL="457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3 шт.">
  <p:cSld name="Фото — 3 шт.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4723805" y="2685604"/>
            <a:ext cx="3750600" cy="1989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/>
          <p:nvPr>
            <p:ph idx="3" type="pic"/>
          </p:nvPr>
        </p:nvSpPr>
        <p:spPr>
          <a:xfrm>
            <a:off x="4728177" y="468809"/>
            <a:ext cx="3750600" cy="19890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/>
          <p:nvPr>
            <p:ph idx="4" type="pic"/>
          </p:nvPr>
        </p:nvSpPr>
        <p:spPr>
          <a:xfrm>
            <a:off x="669727" y="468809"/>
            <a:ext cx="3750600" cy="42057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">
  <p:cSld name="Цитата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892969" y="3355330"/>
            <a:ext cx="7358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892969" y="2250281"/>
            <a:ext cx="73581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">
  <p:cSld name="Фото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>
  <p:cSld name="Пустой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>
  <p:cSld name="TITLE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892969" y="863947"/>
            <a:ext cx="7358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892969" y="2652117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36550" lvl="5" marL="2743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36550" lvl="6" marL="32004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36550" lvl="7" marL="36576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36550" lvl="8" marL="41148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3" name="Google Shape;103;p26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633413" y="3571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" type="body"/>
          </p:nvPr>
        </p:nvSpPr>
        <p:spPr>
          <a:xfrm>
            <a:off x="633413" y="1214438"/>
            <a:ext cx="7877100" cy="3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23850" lvl="0" marL="4572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23850" lvl="1" marL="9144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79400" lvl="5" marL="27432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8">
  <p:cSld name="TITLE_8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0" name="Google Shape;110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1" name="Google Shape;111;p28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69727" y="234404"/>
            <a:ext cx="7804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69727" y="1372939"/>
            <a:ext cx="78045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3365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/>
          <p:nvPr/>
        </p:nvSpPr>
        <p:spPr>
          <a:xfrm>
            <a:off x="225700" y="222800"/>
            <a:ext cx="42423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Обратите внимание</a:t>
            </a:r>
            <a:endParaRPr sz="17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7" name="Google Shape;117;p29"/>
          <p:cNvSpPr txBox="1"/>
          <p:nvPr/>
        </p:nvSpPr>
        <p:spPr>
          <a:xfrm>
            <a:off x="225700" y="828100"/>
            <a:ext cx="4346400" cy="3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 шаблоне уже все сделано для вашего удобства.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! Не нужно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размер текстовых блоков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размер картинок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перемещать текстовые и другие блоки по слайду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шрифт, размер текста, выделять жирным/курсивом то, что им не выделено.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Текст следует писать в уже существующих блоках,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а картинки перетаскивать прямиком в серые блоки - картинки встанут в них.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Шаблон сверстан по нашему фирстилю,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поэтому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просьба отнестись к этому с пониманием.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323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На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титульном слайде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необходимо заменить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i="1"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Название проекта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на название проекта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.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Количество пробелов и их расположение не важно,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главное - выравнивание по текста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по правому краю до T.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8" name="Google Shape;118;p29"/>
          <p:cNvSpPr txBox="1"/>
          <p:nvPr/>
        </p:nvSpPr>
        <p:spPr>
          <a:xfrm>
            <a:off x="4777050" y="848866"/>
            <a:ext cx="434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Скопируйте отсюда пометки для слайдов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9" name="Google Shape;119;p29"/>
          <p:cNvSpPr txBox="1"/>
          <p:nvPr/>
        </p:nvSpPr>
        <p:spPr>
          <a:xfrm>
            <a:off x="5438138" y="1335779"/>
            <a:ext cx="1811700" cy="354000"/>
          </a:xfrm>
          <a:prstGeom prst="rect">
            <a:avLst/>
          </a:prstGeom>
          <a:solidFill>
            <a:srgbClr val="FF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Dir reco </a:t>
            </a:r>
            <a:endParaRPr>
              <a:solidFill>
                <a:srgbClr val="FFFFF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20" name="Google Shape;120;p29"/>
          <p:cNvSpPr txBox="1"/>
          <p:nvPr/>
        </p:nvSpPr>
        <p:spPr>
          <a:xfrm>
            <a:off x="5438138" y="1796936"/>
            <a:ext cx="1811700" cy="3540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Golos Text Medium"/>
                <a:ea typeface="Golos Text Medium"/>
                <a:cs typeface="Golos Text Medium"/>
                <a:sym typeface="Golos Text Medium"/>
              </a:rPr>
              <a:t>Creative</a:t>
            </a:r>
            <a:r>
              <a:rPr lang="ru">
                <a:solidFill>
                  <a:srgbClr val="000000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</a:t>
            </a:r>
            <a:r>
              <a:rPr lang="ru">
                <a:latin typeface="Golos Text Medium"/>
                <a:ea typeface="Golos Text Medium"/>
                <a:cs typeface="Golos Text Medium"/>
                <a:sym typeface="Golos Text Medium"/>
              </a:rPr>
              <a:t>reco</a:t>
            </a:r>
            <a:endParaRPr>
              <a:solidFill>
                <a:srgbClr val="000000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21" name="Google Shape;121;p29"/>
          <p:cNvSpPr txBox="1"/>
          <p:nvPr/>
        </p:nvSpPr>
        <p:spPr>
          <a:xfrm>
            <a:off x="5438138" y="2394754"/>
            <a:ext cx="1811700" cy="354000"/>
          </a:xfrm>
          <a:prstGeom prst="rect">
            <a:avLst/>
          </a:prstGeom>
          <a:solidFill>
            <a:srgbClr val="FF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Main</a:t>
            </a:r>
            <a:endParaRPr>
              <a:solidFill>
                <a:srgbClr val="FFFFF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22" name="Google Shape;122;p29"/>
          <p:cNvSpPr txBox="1"/>
          <p:nvPr/>
        </p:nvSpPr>
        <p:spPr>
          <a:xfrm>
            <a:off x="5438138" y="2841704"/>
            <a:ext cx="1811700" cy="354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585858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Backup</a:t>
            </a:r>
            <a:endParaRPr>
              <a:solidFill>
                <a:srgbClr val="585858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23" name="Google Shape;123;p29"/>
          <p:cNvSpPr txBox="1"/>
          <p:nvPr/>
        </p:nvSpPr>
        <p:spPr>
          <a:xfrm>
            <a:off x="4771864" y="222800"/>
            <a:ext cx="46854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Пометки</a:t>
            </a:r>
            <a:endParaRPr sz="17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9F9F9"/>
            </a:gs>
            <a:gs pos="100000">
              <a:srgbClr val="E8E8E8"/>
            </a:gs>
          </a:gsLst>
          <a:lin ang="5400012" scaled="0"/>
        </a:gra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30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5" y="188641"/>
            <a:ext cx="8759525" cy="237383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0"/>
          <p:cNvSpPr txBox="1"/>
          <p:nvPr/>
        </p:nvSpPr>
        <p:spPr>
          <a:xfrm>
            <a:off x="51275" y="4282713"/>
            <a:ext cx="351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Golos Text"/>
                <a:ea typeface="Golos Text"/>
                <a:cs typeface="Golos Text"/>
                <a:sym typeface="Golos Text"/>
              </a:rPr>
              <a:t>Костюм</a:t>
            </a:r>
            <a:endParaRPr sz="4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0" name="Google Shape;130;p30"/>
          <p:cNvSpPr txBox="1"/>
          <p:nvPr/>
        </p:nvSpPr>
        <p:spPr>
          <a:xfrm>
            <a:off x="3102025" y="4282725"/>
            <a:ext cx="584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4000">
                <a:latin typeface="Golos Text"/>
                <a:ea typeface="Golos Text"/>
                <a:cs typeface="Golos Text"/>
                <a:sym typeface="Golos Text"/>
              </a:rPr>
              <a:t>название проекта</a:t>
            </a:r>
            <a:endParaRPr i="1" sz="4000"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"/>
          <p:cNvSpPr txBox="1"/>
          <p:nvPr/>
        </p:nvSpPr>
        <p:spPr>
          <a:xfrm>
            <a:off x="0" y="0"/>
            <a:ext cx="3000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 / Герой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36" name="Google Shape;136;p31"/>
          <p:cNvSpPr/>
          <p:nvPr/>
        </p:nvSpPr>
        <p:spPr>
          <a:xfrm>
            <a:off x="3489076" y="297700"/>
            <a:ext cx="293100" cy="239700"/>
          </a:xfrm>
          <a:prstGeom prst="roundRect">
            <a:avLst>
              <a:gd fmla="val 2500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37" name="Google Shape;137;p31" title="Rectangle 240649282.png"/>
          <p:cNvPicPr preferRelativeResize="0"/>
          <p:nvPr/>
        </p:nvPicPr>
        <p:blipFill rotWithShape="1">
          <a:blip r:embed="rId3">
            <a:alphaModFix/>
          </a:blip>
          <a:srcRect b="26307" l="0" r="0" t="26307"/>
          <a:stretch/>
        </p:blipFill>
        <p:spPr>
          <a:xfrm>
            <a:off x="3491740" y="297700"/>
            <a:ext cx="2610900" cy="43524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sp>
        <p:nvSpPr>
          <p:cNvPr id="138" name="Google Shape;138;p31"/>
          <p:cNvSpPr/>
          <p:nvPr/>
        </p:nvSpPr>
        <p:spPr>
          <a:xfrm>
            <a:off x="3491751" y="297700"/>
            <a:ext cx="293100" cy="239700"/>
          </a:xfrm>
          <a:prstGeom prst="roundRect">
            <a:avLst>
              <a:gd fmla="val 2500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39" name="Google Shape;139;p31" title="Rectangle 240649282.png"/>
          <p:cNvPicPr preferRelativeResize="0"/>
          <p:nvPr/>
        </p:nvPicPr>
        <p:blipFill rotWithShape="1">
          <a:blip r:embed="rId3">
            <a:alphaModFix/>
          </a:blip>
          <a:srcRect b="26307" l="0" r="0" t="26307"/>
          <a:stretch/>
        </p:blipFill>
        <p:spPr>
          <a:xfrm>
            <a:off x="6304647" y="301300"/>
            <a:ext cx="2610900" cy="43524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sp>
        <p:nvSpPr>
          <p:cNvPr id="140" name="Google Shape;140;p31"/>
          <p:cNvSpPr/>
          <p:nvPr/>
        </p:nvSpPr>
        <p:spPr>
          <a:xfrm>
            <a:off x="6304639" y="301300"/>
            <a:ext cx="293100" cy="239700"/>
          </a:xfrm>
          <a:prstGeom prst="roundRect">
            <a:avLst>
              <a:gd fmla="val 2500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descr="Google Shape;269;p43" id="141" name="Google Shape;14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50" y="1751543"/>
            <a:ext cx="3217500" cy="1640400"/>
          </a:xfrm>
          <a:prstGeom prst="roundRect">
            <a:avLst>
              <a:gd fmla="val 3177" name="adj"/>
            </a:avLst>
          </a:prstGeom>
          <a:noFill/>
          <a:ln>
            <a:noFill/>
          </a:ln>
        </p:spPr>
      </p:pic>
      <p:sp>
        <p:nvSpPr>
          <p:cNvPr id="142" name="Google Shape;142;p31"/>
          <p:cNvSpPr txBox="1"/>
          <p:nvPr/>
        </p:nvSpPr>
        <p:spPr>
          <a:xfrm>
            <a:off x="225699" y="3499400"/>
            <a:ext cx="1860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00" lIns="82800" spcFirstLastPara="1" rIns="82800" wrap="square" tIns="82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Golos Text"/>
                <a:ea typeface="Golos Text"/>
                <a:cs typeface="Golos Text"/>
                <a:sym typeface="Golos Text"/>
              </a:rPr>
              <a:t>текстовый блок при необходимости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43" name="Google Shape;143;p31" title="LOGO_RGB_pin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31"/>
          <p:cNvGrpSpPr/>
          <p:nvPr/>
        </p:nvGrpSpPr>
        <p:grpSpPr>
          <a:xfrm>
            <a:off x="3491741" y="4789860"/>
            <a:ext cx="1510679" cy="194110"/>
            <a:chOff x="4571993" y="4682576"/>
            <a:chExt cx="2155957" cy="356100"/>
          </a:xfrm>
        </p:grpSpPr>
        <p:sp>
          <p:nvSpPr>
            <p:cNvPr id="145" name="Google Shape;145;p31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46" name="Google Shape;146;p31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47" name="Google Shape;147;p31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48" name="Google Shape;148;p31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/>
        </p:nvSpPr>
        <p:spPr>
          <a:xfrm>
            <a:off x="0" y="0"/>
            <a:ext cx="3000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 / Герой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54" name="Google Shape;154;p32" title="Rectangle 240649282.png"/>
          <p:cNvPicPr preferRelativeResize="0"/>
          <p:nvPr/>
        </p:nvPicPr>
        <p:blipFill rotWithShape="1">
          <a:blip r:embed="rId3">
            <a:alphaModFix/>
          </a:blip>
          <a:srcRect b="26307" l="0" r="0" t="26307"/>
          <a:stretch/>
        </p:blipFill>
        <p:spPr>
          <a:xfrm>
            <a:off x="198864" y="475500"/>
            <a:ext cx="2610900" cy="42708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sp>
        <p:nvSpPr>
          <p:cNvPr id="155" name="Google Shape;155;p32"/>
          <p:cNvSpPr/>
          <p:nvPr/>
        </p:nvSpPr>
        <p:spPr>
          <a:xfrm>
            <a:off x="199267" y="475500"/>
            <a:ext cx="293100" cy="235200"/>
          </a:xfrm>
          <a:prstGeom prst="roundRect">
            <a:avLst>
              <a:gd fmla="val 2500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56" name="Google Shape;156;p32" title="Rectangle 240649282.png"/>
          <p:cNvPicPr preferRelativeResize="0"/>
          <p:nvPr/>
        </p:nvPicPr>
        <p:blipFill rotWithShape="1">
          <a:blip r:embed="rId3">
            <a:alphaModFix/>
          </a:blip>
          <a:srcRect b="26307" l="0" r="0" t="26307"/>
          <a:stretch/>
        </p:blipFill>
        <p:spPr>
          <a:xfrm>
            <a:off x="3265772" y="475508"/>
            <a:ext cx="2610900" cy="42708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sp>
        <p:nvSpPr>
          <p:cNvPr id="157" name="Google Shape;157;p32"/>
          <p:cNvSpPr/>
          <p:nvPr/>
        </p:nvSpPr>
        <p:spPr>
          <a:xfrm>
            <a:off x="3265764" y="475508"/>
            <a:ext cx="293100" cy="235200"/>
          </a:xfrm>
          <a:prstGeom prst="roundRect">
            <a:avLst>
              <a:gd fmla="val 2500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58" name="Google Shape;158;p32" title="LOGO_RGB_pin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2" title="Rectangle 240649282.png"/>
          <p:cNvPicPr preferRelativeResize="0"/>
          <p:nvPr/>
        </p:nvPicPr>
        <p:blipFill rotWithShape="1">
          <a:blip r:embed="rId3">
            <a:alphaModFix/>
          </a:blip>
          <a:srcRect b="26307" l="0" r="0" t="26307"/>
          <a:stretch/>
        </p:blipFill>
        <p:spPr>
          <a:xfrm>
            <a:off x="6332674" y="475512"/>
            <a:ext cx="2610900" cy="42708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sp>
        <p:nvSpPr>
          <p:cNvPr id="160" name="Google Shape;160;p32"/>
          <p:cNvSpPr/>
          <p:nvPr/>
        </p:nvSpPr>
        <p:spPr>
          <a:xfrm>
            <a:off x="6332665" y="475512"/>
            <a:ext cx="293100" cy="235200"/>
          </a:xfrm>
          <a:prstGeom prst="roundRect">
            <a:avLst>
              <a:gd fmla="val 2500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161" name="Google Shape;161;p32"/>
          <p:cNvGrpSpPr/>
          <p:nvPr/>
        </p:nvGrpSpPr>
        <p:grpSpPr>
          <a:xfrm>
            <a:off x="7441541" y="125747"/>
            <a:ext cx="1510679" cy="194110"/>
            <a:chOff x="4571993" y="4682576"/>
            <a:chExt cx="2155957" cy="356100"/>
          </a:xfrm>
        </p:grpSpPr>
        <p:sp>
          <p:nvSpPr>
            <p:cNvPr id="162" name="Google Shape;162;p32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63" name="Google Shape;163;p32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64" name="Google Shape;164;p32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65" name="Google Shape;165;p32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/>
        </p:nvSpPr>
        <p:spPr>
          <a:xfrm>
            <a:off x="115702" y="45100"/>
            <a:ext cx="3705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 / Герой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71" name="Google Shape;171;p33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33"/>
          <p:cNvGrpSpPr/>
          <p:nvPr/>
        </p:nvGrpSpPr>
        <p:grpSpPr>
          <a:xfrm>
            <a:off x="7441541" y="125747"/>
            <a:ext cx="1510679" cy="194110"/>
            <a:chOff x="4571993" y="4682576"/>
            <a:chExt cx="2155957" cy="356100"/>
          </a:xfrm>
        </p:grpSpPr>
        <p:sp>
          <p:nvSpPr>
            <p:cNvPr id="173" name="Google Shape;173;p33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74" name="Google Shape;174;p33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75" name="Google Shape;175;p33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76" name="Google Shape;176;p33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177" name="Google Shape;177;p33"/>
          <p:cNvSpPr/>
          <p:nvPr/>
        </p:nvSpPr>
        <p:spPr>
          <a:xfrm>
            <a:off x="3739674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8" name="Google Shape;178;p33"/>
          <p:cNvSpPr/>
          <p:nvPr/>
        </p:nvSpPr>
        <p:spPr>
          <a:xfrm>
            <a:off x="5516811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9" name="Google Shape;179;p33"/>
          <p:cNvSpPr/>
          <p:nvPr/>
        </p:nvSpPr>
        <p:spPr>
          <a:xfrm>
            <a:off x="7293936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0" name="Google Shape;180;p33"/>
          <p:cNvSpPr/>
          <p:nvPr/>
        </p:nvSpPr>
        <p:spPr>
          <a:xfrm>
            <a:off x="3739674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1" name="Google Shape;181;p33"/>
          <p:cNvSpPr/>
          <p:nvPr/>
        </p:nvSpPr>
        <p:spPr>
          <a:xfrm>
            <a:off x="5516811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2" name="Google Shape;182;p33"/>
          <p:cNvSpPr/>
          <p:nvPr/>
        </p:nvSpPr>
        <p:spPr>
          <a:xfrm>
            <a:off x="7293936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3" name="Google Shape;183;p33"/>
          <p:cNvSpPr/>
          <p:nvPr/>
        </p:nvSpPr>
        <p:spPr>
          <a:xfrm>
            <a:off x="185375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4" name="Google Shape;184;p33"/>
          <p:cNvSpPr/>
          <p:nvPr/>
        </p:nvSpPr>
        <p:spPr>
          <a:xfrm>
            <a:off x="1962532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5" name="Google Shape;185;p33"/>
          <p:cNvSpPr/>
          <p:nvPr/>
        </p:nvSpPr>
        <p:spPr>
          <a:xfrm>
            <a:off x="185375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6" name="Google Shape;186;p33"/>
          <p:cNvSpPr/>
          <p:nvPr/>
        </p:nvSpPr>
        <p:spPr>
          <a:xfrm>
            <a:off x="1962532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7" name="Google Shape;187;p33"/>
          <p:cNvSpPr/>
          <p:nvPr/>
        </p:nvSpPr>
        <p:spPr>
          <a:xfrm>
            <a:off x="185376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8" name="Google Shape;188;p33"/>
          <p:cNvSpPr/>
          <p:nvPr/>
        </p:nvSpPr>
        <p:spPr>
          <a:xfrm>
            <a:off x="1962526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9" name="Google Shape;189;p33"/>
          <p:cNvSpPr/>
          <p:nvPr/>
        </p:nvSpPr>
        <p:spPr>
          <a:xfrm>
            <a:off x="3739664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0" name="Google Shape;190;p33"/>
          <p:cNvSpPr/>
          <p:nvPr/>
        </p:nvSpPr>
        <p:spPr>
          <a:xfrm>
            <a:off x="5516789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1" name="Google Shape;191;p33"/>
          <p:cNvSpPr/>
          <p:nvPr/>
        </p:nvSpPr>
        <p:spPr>
          <a:xfrm>
            <a:off x="7293914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5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2" name="Google Shape;192;p33"/>
          <p:cNvSpPr/>
          <p:nvPr/>
        </p:nvSpPr>
        <p:spPr>
          <a:xfrm>
            <a:off x="5516814" y="281945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3" name="Google Shape;193;p33"/>
          <p:cNvSpPr/>
          <p:nvPr/>
        </p:nvSpPr>
        <p:spPr>
          <a:xfrm>
            <a:off x="3739664" y="281945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4" name="Google Shape;194;p33"/>
          <p:cNvSpPr/>
          <p:nvPr/>
        </p:nvSpPr>
        <p:spPr>
          <a:xfrm>
            <a:off x="1962514" y="281945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5" name="Google Shape;195;p33"/>
          <p:cNvSpPr/>
          <p:nvPr/>
        </p:nvSpPr>
        <p:spPr>
          <a:xfrm>
            <a:off x="185364" y="281945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6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196" name="Google Shape;196;p33"/>
          <p:cNvGrpSpPr/>
          <p:nvPr/>
        </p:nvGrpSpPr>
        <p:grpSpPr>
          <a:xfrm>
            <a:off x="7142092" y="2747189"/>
            <a:ext cx="604200" cy="381900"/>
            <a:chOff x="7184425" y="2747189"/>
            <a:chExt cx="604200" cy="381900"/>
          </a:xfrm>
        </p:grpSpPr>
        <p:sp>
          <p:nvSpPr>
            <p:cNvPr id="197" name="Google Shape;197;p33"/>
            <p:cNvSpPr/>
            <p:nvPr/>
          </p:nvSpPr>
          <p:spPr>
            <a:xfrm>
              <a:off x="7339975" y="2819450"/>
              <a:ext cx="293100" cy="239700"/>
            </a:xfrm>
            <a:prstGeom prst="roundRect">
              <a:avLst>
                <a:gd fmla="val 16510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83625" lIns="83625" spcFirstLastPara="1" rIns="83625" wrap="square" tIns="8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98" name="Google Shape;198;p33"/>
            <p:cNvSpPr txBox="1"/>
            <p:nvPr/>
          </p:nvSpPr>
          <p:spPr>
            <a:xfrm>
              <a:off x="7184425" y="2747189"/>
              <a:ext cx="6042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80">
                  <a:solidFill>
                    <a:schemeClr val="lt1"/>
                  </a:solidFill>
                  <a:latin typeface="Golos Text"/>
                  <a:ea typeface="Golos Text"/>
                  <a:cs typeface="Golos Text"/>
                  <a:sym typeface="Golos Text"/>
                </a:rPr>
                <a:t>10</a:t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/>
        </p:nvSpPr>
        <p:spPr>
          <a:xfrm>
            <a:off x="115702" y="45100"/>
            <a:ext cx="3705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 / Герой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204" name="Google Shape;204;p34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34"/>
          <p:cNvGrpSpPr/>
          <p:nvPr/>
        </p:nvGrpSpPr>
        <p:grpSpPr>
          <a:xfrm>
            <a:off x="7441541" y="125747"/>
            <a:ext cx="1510679" cy="194110"/>
            <a:chOff x="4571993" y="4682576"/>
            <a:chExt cx="2155957" cy="356100"/>
          </a:xfrm>
        </p:grpSpPr>
        <p:sp>
          <p:nvSpPr>
            <p:cNvPr id="206" name="Google Shape;206;p34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07" name="Google Shape;207;p34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08" name="Google Shape;208;p34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09" name="Google Shape;209;p34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210" name="Google Shape;210;p34"/>
          <p:cNvSpPr/>
          <p:nvPr/>
        </p:nvSpPr>
        <p:spPr>
          <a:xfrm>
            <a:off x="3739675" y="883200"/>
            <a:ext cx="1658100" cy="37464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1" name="Google Shape;211;p34"/>
          <p:cNvSpPr/>
          <p:nvPr/>
        </p:nvSpPr>
        <p:spPr>
          <a:xfrm>
            <a:off x="5516800" y="883200"/>
            <a:ext cx="1658100" cy="37464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2" name="Google Shape;212;p34"/>
          <p:cNvSpPr/>
          <p:nvPr/>
        </p:nvSpPr>
        <p:spPr>
          <a:xfrm>
            <a:off x="7293925" y="883200"/>
            <a:ext cx="1658100" cy="37464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3" name="Google Shape;213;p34"/>
          <p:cNvSpPr/>
          <p:nvPr/>
        </p:nvSpPr>
        <p:spPr>
          <a:xfrm>
            <a:off x="185375" y="883200"/>
            <a:ext cx="34353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4" name="Google Shape;214;p34"/>
          <p:cNvSpPr/>
          <p:nvPr/>
        </p:nvSpPr>
        <p:spPr>
          <a:xfrm>
            <a:off x="1962532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5" name="Google Shape;215;p34"/>
          <p:cNvSpPr/>
          <p:nvPr/>
        </p:nvSpPr>
        <p:spPr>
          <a:xfrm>
            <a:off x="185375" y="2819450"/>
            <a:ext cx="34353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6" name="Google Shape;216;p34"/>
          <p:cNvSpPr/>
          <p:nvPr/>
        </p:nvSpPr>
        <p:spPr>
          <a:xfrm>
            <a:off x="5516789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7" name="Google Shape;217;p34"/>
          <p:cNvSpPr/>
          <p:nvPr/>
        </p:nvSpPr>
        <p:spPr>
          <a:xfrm>
            <a:off x="7293914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8" name="Google Shape;218;p34"/>
          <p:cNvSpPr/>
          <p:nvPr/>
        </p:nvSpPr>
        <p:spPr>
          <a:xfrm>
            <a:off x="3739676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/>
        </p:nvSpPr>
        <p:spPr>
          <a:xfrm>
            <a:off x="38322" y="1855760"/>
            <a:ext cx="351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latin typeface="Golos Text"/>
                <a:ea typeface="Golos Text"/>
                <a:cs typeface="Golos Text"/>
                <a:sym typeface="Golos Text"/>
              </a:rPr>
              <a:t>Мейк</a:t>
            </a:r>
            <a:endParaRPr sz="5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24" name="Google Shape;224;p35"/>
          <p:cNvSpPr txBox="1"/>
          <p:nvPr/>
        </p:nvSpPr>
        <p:spPr>
          <a:xfrm>
            <a:off x="1923373" y="2040910"/>
            <a:ext cx="63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latin typeface="Golos Text"/>
                <a:ea typeface="Golos Text"/>
                <a:cs typeface="Golos Text"/>
                <a:sym typeface="Golos Text"/>
              </a:rPr>
              <a:t>и прическа</a:t>
            </a:r>
            <a:endParaRPr sz="50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25" name="Google Shape;225;p35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8377215" y="2159820"/>
            <a:ext cx="574776" cy="33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 / Герой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31" name="Google Shape;231;p36"/>
          <p:cNvSpPr txBox="1"/>
          <p:nvPr/>
        </p:nvSpPr>
        <p:spPr>
          <a:xfrm>
            <a:off x="471125" y="865618"/>
            <a:ext cx="3936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Волосы:</a:t>
            </a: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естественные кудряшки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Мейк: </a:t>
            </a: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ровный, естественный тон лица, матовая 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кожа, ухоженные брови. Ровняем бороду и усы.</a:t>
            </a:r>
            <a:endParaRPr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232" name="Google Shape;232;p36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6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185384" y="951833"/>
            <a:ext cx="255431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6"/>
          <p:cNvSpPr/>
          <p:nvPr/>
        </p:nvSpPr>
        <p:spPr>
          <a:xfrm>
            <a:off x="7152824" y="520600"/>
            <a:ext cx="1810800" cy="1977000"/>
          </a:xfrm>
          <a:prstGeom prst="roundRect">
            <a:avLst>
              <a:gd fmla="val 235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7152824" y="2655250"/>
            <a:ext cx="1810800" cy="1977000"/>
          </a:xfrm>
          <a:prstGeom prst="roundRect">
            <a:avLst>
              <a:gd fmla="val 235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236" name="Google Shape;236;p36"/>
          <p:cNvGrpSpPr/>
          <p:nvPr/>
        </p:nvGrpSpPr>
        <p:grpSpPr>
          <a:xfrm>
            <a:off x="5211990" y="4789895"/>
            <a:ext cx="1510679" cy="194024"/>
            <a:chOff x="4571993" y="4728600"/>
            <a:chExt cx="2155957" cy="276900"/>
          </a:xfrm>
        </p:grpSpPr>
        <p:sp>
          <p:nvSpPr>
            <p:cNvPr id="237" name="Google Shape;237;p36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38" name="Google Shape;238;p36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40" name="Google Shape;240;p36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241" name="Google Shape;241;p36"/>
          <p:cNvSpPr/>
          <p:nvPr/>
        </p:nvSpPr>
        <p:spPr>
          <a:xfrm>
            <a:off x="5211999" y="520600"/>
            <a:ext cx="1810800" cy="1977000"/>
          </a:xfrm>
          <a:prstGeom prst="roundRect">
            <a:avLst>
              <a:gd fmla="val 236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2" name="Google Shape;242;p36"/>
          <p:cNvSpPr/>
          <p:nvPr/>
        </p:nvSpPr>
        <p:spPr>
          <a:xfrm>
            <a:off x="5211999" y="2655250"/>
            <a:ext cx="1810800" cy="1977000"/>
          </a:xfrm>
          <a:prstGeom prst="roundRect">
            <a:avLst>
              <a:gd fmla="val 236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3" name="Google Shape;243;p36"/>
          <p:cNvSpPr/>
          <p:nvPr/>
        </p:nvSpPr>
        <p:spPr>
          <a:xfrm>
            <a:off x="5212001" y="520600"/>
            <a:ext cx="293100" cy="239700"/>
          </a:xfrm>
          <a:prstGeom prst="roundRect">
            <a:avLst>
              <a:gd fmla="val 2500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4" name="Google Shape;244;p36"/>
          <p:cNvSpPr/>
          <p:nvPr/>
        </p:nvSpPr>
        <p:spPr>
          <a:xfrm>
            <a:off x="7152826" y="520600"/>
            <a:ext cx="293100" cy="239700"/>
          </a:xfrm>
          <a:prstGeom prst="roundRect">
            <a:avLst>
              <a:gd fmla="val 2500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5" name="Google Shape;245;p36"/>
          <p:cNvSpPr/>
          <p:nvPr/>
        </p:nvSpPr>
        <p:spPr>
          <a:xfrm>
            <a:off x="5212001" y="2655250"/>
            <a:ext cx="293100" cy="239700"/>
          </a:xfrm>
          <a:prstGeom prst="roundRect">
            <a:avLst>
              <a:gd fmla="val 2500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6" name="Google Shape;246;p36"/>
          <p:cNvSpPr/>
          <p:nvPr/>
        </p:nvSpPr>
        <p:spPr>
          <a:xfrm>
            <a:off x="7152826" y="2655250"/>
            <a:ext cx="293100" cy="239700"/>
          </a:xfrm>
          <a:prstGeom prst="roundRect">
            <a:avLst>
              <a:gd fmla="val 2500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7" name="Google Shape;247;p36"/>
          <p:cNvSpPr/>
          <p:nvPr/>
        </p:nvSpPr>
        <p:spPr>
          <a:xfrm>
            <a:off x="7152824" y="520600"/>
            <a:ext cx="1810800" cy="1977000"/>
          </a:xfrm>
          <a:prstGeom prst="roundRect">
            <a:avLst>
              <a:gd fmla="val 235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8" name="Google Shape;248;p36"/>
          <p:cNvSpPr/>
          <p:nvPr/>
        </p:nvSpPr>
        <p:spPr>
          <a:xfrm>
            <a:off x="7152824" y="2655250"/>
            <a:ext cx="1810800" cy="1977000"/>
          </a:xfrm>
          <a:prstGeom prst="roundRect">
            <a:avLst>
              <a:gd fmla="val 235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9" name="Google Shape;249;p36"/>
          <p:cNvSpPr/>
          <p:nvPr/>
        </p:nvSpPr>
        <p:spPr>
          <a:xfrm>
            <a:off x="5211999" y="520600"/>
            <a:ext cx="1810800" cy="1977000"/>
          </a:xfrm>
          <a:prstGeom prst="roundRect">
            <a:avLst>
              <a:gd fmla="val 236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0" name="Google Shape;250;p36"/>
          <p:cNvSpPr/>
          <p:nvPr/>
        </p:nvSpPr>
        <p:spPr>
          <a:xfrm>
            <a:off x="5211999" y="2655250"/>
            <a:ext cx="1810800" cy="1977000"/>
          </a:xfrm>
          <a:prstGeom prst="roundRect">
            <a:avLst>
              <a:gd fmla="val 236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1" name="Google Shape;251;p36"/>
          <p:cNvSpPr/>
          <p:nvPr/>
        </p:nvSpPr>
        <p:spPr>
          <a:xfrm>
            <a:off x="7152824" y="520600"/>
            <a:ext cx="1810800" cy="1977000"/>
          </a:xfrm>
          <a:prstGeom prst="roundRect">
            <a:avLst>
              <a:gd fmla="val 235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2" name="Google Shape;252;p36"/>
          <p:cNvSpPr/>
          <p:nvPr/>
        </p:nvSpPr>
        <p:spPr>
          <a:xfrm>
            <a:off x="7152824" y="2655250"/>
            <a:ext cx="1810800" cy="1977000"/>
          </a:xfrm>
          <a:prstGeom prst="roundRect">
            <a:avLst>
              <a:gd fmla="val 235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3" name="Google Shape;253;p36"/>
          <p:cNvSpPr/>
          <p:nvPr/>
        </p:nvSpPr>
        <p:spPr>
          <a:xfrm>
            <a:off x="5211999" y="520600"/>
            <a:ext cx="1810800" cy="1977000"/>
          </a:xfrm>
          <a:prstGeom prst="roundRect">
            <a:avLst>
              <a:gd fmla="val 236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4" name="Google Shape;254;p36"/>
          <p:cNvSpPr/>
          <p:nvPr/>
        </p:nvSpPr>
        <p:spPr>
          <a:xfrm>
            <a:off x="5211999" y="2655250"/>
            <a:ext cx="1810800" cy="1977000"/>
          </a:xfrm>
          <a:prstGeom prst="roundRect">
            <a:avLst>
              <a:gd fmla="val 236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5" name="Google Shape;255;p36"/>
          <p:cNvSpPr/>
          <p:nvPr/>
        </p:nvSpPr>
        <p:spPr>
          <a:xfrm>
            <a:off x="5212001" y="520600"/>
            <a:ext cx="293100" cy="239700"/>
          </a:xfrm>
          <a:prstGeom prst="roundRect">
            <a:avLst>
              <a:gd fmla="val 18658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6" name="Google Shape;256;p36"/>
          <p:cNvSpPr/>
          <p:nvPr/>
        </p:nvSpPr>
        <p:spPr>
          <a:xfrm>
            <a:off x="7152826" y="520600"/>
            <a:ext cx="293100" cy="239700"/>
          </a:xfrm>
          <a:prstGeom prst="roundRect">
            <a:avLst>
              <a:gd fmla="val 17448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7" name="Google Shape;257;p36"/>
          <p:cNvSpPr/>
          <p:nvPr/>
        </p:nvSpPr>
        <p:spPr>
          <a:xfrm>
            <a:off x="5212001" y="2655250"/>
            <a:ext cx="293100" cy="239700"/>
          </a:xfrm>
          <a:prstGeom prst="roundRect">
            <a:avLst>
              <a:gd fmla="val 18815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8" name="Google Shape;258;p36"/>
          <p:cNvSpPr/>
          <p:nvPr/>
        </p:nvSpPr>
        <p:spPr>
          <a:xfrm>
            <a:off x="7152826" y="2655250"/>
            <a:ext cx="293100" cy="239700"/>
          </a:xfrm>
          <a:prstGeom prst="roundRect">
            <a:avLst>
              <a:gd fmla="val 19284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 / Герой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64" name="Google Shape;264;p37"/>
          <p:cNvSpPr txBox="1"/>
          <p:nvPr/>
        </p:nvSpPr>
        <p:spPr>
          <a:xfrm>
            <a:off x="471125" y="865618"/>
            <a:ext cx="3936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Волосы:</a:t>
            </a: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естественные кудряшки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Мейк: </a:t>
            </a: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ровный, естественный тон лица, матовая 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кожа, ухоженные брови. Ровняем бороду и усы.</a:t>
            </a:r>
            <a:endParaRPr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265" name="Google Shape;265;p37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7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185384" y="951833"/>
            <a:ext cx="255431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7"/>
          <p:cNvSpPr/>
          <p:nvPr/>
        </p:nvSpPr>
        <p:spPr>
          <a:xfrm>
            <a:off x="7152824" y="520600"/>
            <a:ext cx="1810800" cy="1977000"/>
          </a:xfrm>
          <a:prstGeom prst="roundRect">
            <a:avLst>
              <a:gd fmla="val 235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8" name="Google Shape;268;p37"/>
          <p:cNvSpPr/>
          <p:nvPr/>
        </p:nvSpPr>
        <p:spPr>
          <a:xfrm>
            <a:off x="7152824" y="2655250"/>
            <a:ext cx="1810800" cy="1977000"/>
          </a:xfrm>
          <a:prstGeom prst="roundRect">
            <a:avLst>
              <a:gd fmla="val 235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269" name="Google Shape;269;p37"/>
          <p:cNvGrpSpPr/>
          <p:nvPr/>
        </p:nvGrpSpPr>
        <p:grpSpPr>
          <a:xfrm>
            <a:off x="4407115" y="4789895"/>
            <a:ext cx="1510679" cy="194024"/>
            <a:chOff x="4571993" y="4728600"/>
            <a:chExt cx="2155957" cy="276900"/>
          </a:xfrm>
        </p:grpSpPr>
        <p:sp>
          <p:nvSpPr>
            <p:cNvPr id="270" name="Google Shape;270;p37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71" name="Google Shape;271;p37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72" name="Google Shape;272;p37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73" name="Google Shape;273;p37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274" name="Google Shape;274;p37"/>
          <p:cNvSpPr/>
          <p:nvPr/>
        </p:nvSpPr>
        <p:spPr>
          <a:xfrm>
            <a:off x="7152824" y="520600"/>
            <a:ext cx="1810800" cy="1977000"/>
          </a:xfrm>
          <a:prstGeom prst="roundRect">
            <a:avLst>
              <a:gd fmla="val 235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5" name="Google Shape;275;p37"/>
          <p:cNvSpPr/>
          <p:nvPr/>
        </p:nvSpPr>
        <p:spPr>
          <a:xfrm>
            <a:off x="7152824" y="2655250"/>
            <a:ext cx="1810800" cy="1977000"/>
          </a:xfrm>
          <a:prstGeom prst="roundRect">
            <a:avLst>
              <a:gd fmla="val 2351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3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6" name="Google Shape;276;p37"/>
          <p:cNvSpPr/>
          <p:nvPr/>
        </p:nvSpPr>
        <p:spPr>
          <a:xfrm>
            <a:off x="5212001" y="520600"/>
            <a:ext cx="293100" cy="239700"/>
          </a:xfrm>
          <a:prstGeom prst="roundRect">
            <a:avLst>
              <a:gd fmla="val 18658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7" name="Google Shape;277;p37"/>
          <p:cNvSpPr/>
          <p:nvPr/>
        </p:nvSpPr>
        <p:spPr>
          <a:xfrm>
            <a:off x="7152826" y="520600"/>
            <a:ext cx="293100" cy="239700"/>
          </a:xfrm>
          <a:prstGeom prst="roundRect">
            <a:avLst>
              <a:gd fmla="val 17448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8" name="Google Shape;278;p37"/>
          <p:cNvSpPr/>
          <p:nvPr/>
        </p:nvSpPr>
        <p:spPr>
          <a:xfrm>
            <a:off x="5212001" y="2655250"/>
            <a:ext cx="293100" cy="239700"/>
          </a:xfrm>
          <a:prstGeom prst="roundRect">
            <a:avLst>
              <a:gd fmla="val 18815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9" name="Google Shape;279;p37"/>
          <p:cNvSpPr/>
          <p:nvPr/>
        </p:nvSpPr>
        <p:spPr>
          <a:xfrm>
            <a:off x="7152826" y="2655250"/>
            <a:ext cx="293100" cy="239700"/>
          </a:xfrm>
          <a:prstGeom prst="roundRect">
            <a:avLst>
              <a:gd fmla="val 19284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80" name="Google Shape;280;p37" title="Rectangle 240649282.png"/>
          <p:cNvPicPr preferRelativeResize="0"/>
          <p:nvPr/>
        </p:nvPicPr>
        <p:blipFill rotWithShape="1">
          <a:blip r:embed="rId5">
            <a:alphaModFix/>
          </a:blip>
          <a:srcRect b="26307" l="0" r="0" t="26307"/>
          <a:stretch/>
        </p:blipFill>
        <p:spPr>
          <a:xfrm>
            <a:off x="4407134" y="515850"/>
            <a:ext cx="2610900" cy="41118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