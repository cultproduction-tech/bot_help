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Golos Text"/>
      <p:regular r:id="rId19"/>
      <p:bold r:id="rId20"/>
    </p:embeddedFont>
    <p:embeddedFont>
      <p:font typeface="Inter Light"/>
      <p:regular r:id="rId21"/>
      <p:bold r:id="rId22"/>
      <p:italic r:id="rId23"/>
      <p:boldItalic r:id="rId24"/>
    </p:embeddedFont>
    <p:embeddedFont>
      <p:font typeface="Golos Text Medium"/>
      <p:regular r:id="rId25"/>
      <p:bold r:id="rId26"/>
    </p:embeddedFont>
    <p:embeddedFont>
      <p:font typeface="Helvetica Neue"/>
      <p:regular r:id="rId27"/>
      <p:bold r:id="rId28"/>
      <p:italic r:id="rId29"/>
      <p:boldItalic r:id="rId30"/>
    </p:embeddedFont>
    <p:embeddedFont>
      <p:font typeface="Helvetica Neue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">
          <p15:clr>
            <a:srgbClr val="A4A3A4"/>
          </p15:clr>
        </p15:guide>
        <p15:guide id="2" pos="2880">
          <p15:clr>
            <a:srgbClr val="A4A3A4"/>
          </p15:clr>
        </p15:guide>
        <p15:guide id="3" pos="142">
          <p15:clr>
            <a:srgbClr val="9AA0A6"/>
          </p15:clr>
        </p15:guide>
        <p15:guide id="4" orient="horz" pos="2916">
          <p15:clr>
            <a:srgbClr val="A4A3A4"/>
          </p15:clr>
        </p15:guide>
        <p15:guide id="5" pos="5618">
          <p15:clr>
            <a:srgbClr val="9AA0A6"/>
          </p15:clr>
        </p15:guide>
        <p15:guide id="6" pos="1782">
          <p15:clr>
            <a:srgbClr val="9AA0A6"/>
          </p15:clr>
        </p15:guide>
        <p15:guide id="7" orient="horz" pos="1240">
          <p15:clr>
            <a:srgbClr val="9AA0A6"/>
          </p15:clr>
        </p15:guide>
        <p15:guide id="8" orient="horz" pos="522">
          <p15:clr>
            <a:srgbClr val="9AA0A6"/>
          </p15:clr>
        </p15:guide>
        <p15:guide id="9" orient="horz" pos="1860">
          <p15:clr>
            <a:srgbClr val="9AA0A6"/>
          </p15:clr>
        </p15:guide>
        <p15:guide id="10" pos="530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 orient="horz"/>
        <p:guide pos="2880"/>
        <p:guide pos="142"/>
        <p:guide pos="2916" orient="horz"/>
        <p:guide pos="5618"/>
        <p:guide pos="1782"/>
        <p:guide pos="1240" orient="horz"/>
        <p:guide pos="522" orient="horz"/>
        <p:guide pos="1860" orient="horz"/>
        <p:guide pos="530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-bold.fntdata"/><Relationship Id="rId22" Type="http://schemas.openxmlformats.org/officeDocument/2006/relationships/font" Target="fonts/InterLight-bold.fntdata"/><Relationship Id="rId21" Type="http://schemas.openxmlformats.org/officeDocument/2006/relationships/font" Target="fonts/InterLight-regular.fntdata"/><Relationship Id="rId24" Type="http://schemas.openxmlformats.org/officeDocument/2006/relationships/font" Target="fonts/InterLight-boldItalic.fntdata"/><Relationship Id="rId23" Type="http://schemas.openxmlformats.org/officeDocument/2006/relationships/font" Target="fonts/Inter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GolosTextMedium-bold.fntdata"/><Relationship Id="rId25" Type="http://schemas.openxmlformats.org/officeDocument/2006/relationships/font" Target="fonts/GolosTextMedium-regular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Light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33" Type="http://schemas.openxmlformats.org/officeDocument/2006/relationships/font" Target="fonts/HelveticaNeueLight-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Ligh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HelveticaNeueLigh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GolosTex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8171a8f7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38171a8f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38171a8f7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38171a8f7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38171a8f7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38171a8f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38171a8f7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38171a8f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38171a8f7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38171a8f7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38171a8f7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38171a8f7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38171a8f7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38171a8f7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38171a8f7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38171a8f7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38171a8f7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38171a8f7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38171a8f7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38171a8f7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38171a8f7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38171a8f7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38171a8f7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38171a8f7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92969" y="863947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92969" y="265211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6550" lvl="6" marL="3200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6550" lvl="7" marL="3657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6550" lvl="8" marL="4114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33413" y="3571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33413" y="1214438"/>
            <a:ext cx="78771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79400" lvl="5" marL="2743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524144" y="47370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los Text"/>
              <a:buChar char="●"/>
              <a:defRPr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/>
        </p:nvSpPr>
        <p:spPr>
          <a:xfrm>
            <a:off x="225700" y="222800"/>
            <a:ext cx="82515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Обратите внимание</a:t>
            </a:r>
            <a:endParaRPr sz="17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3" name="Google Shape;113;p29"/>
          <p:cNvSpPr txBox="1"/>
          <p:nvPr/>
        </p:nvSpPr>
        <p:spPr>
          <a:xfrm>
            <a:off x="225700" y="828100"/>
            <a:ext cx="43464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 шаблоне уже все сделано для вашего удобства.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! Не нужно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текстовых блоков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картинок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перемещать текстовые и другие блоки по слайду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шрифт, размер текста, выделять жирным/курсивом то, что им не выделено.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Текст следует писать в уже существующих блоках,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а картинки перетаскивать прямиком в серые блоки - картинки встанут в них.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Шаблон сверстан по нашему фирстилю,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поэтому просьба отнестись к этому с пониманием.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титульном слайде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мелким текстом необходимо заменить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CLIENT PROJECT на название бренда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клиента. Количество пробелов и их расположение не важно,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главное - растянуть весь текст от C до T.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0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188641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0"/>
          <p:cNvSpPr txBox="1"/>
          <p:nvPr/>
        </p:nvSpPr>
        <p:spPr>
          <a:xfrm>
            <a:off x="51275" y="4282725"/>
            <a:ext cx="6618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Креативные концепции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0" name="Google Shape;120;p30"/>
          <p:cNvSpPr txBox="1"/>
          <p:nvPr/>
        </p:nvSpPr>
        <p:spPr>
          <a:xfrm>
            <a:off x="1851250" y="4282725"/>
            <a:ext cx="725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для </a:t>
            </a:r>
            <a:r>
              <a:rPr i="1" lang="ru" sz="3000">
                <a:latin typeface="Golos Text"/>
                <a:ea typeface="Golos Text"/>
                <a:cs typeface="Golos Text"/>
                <a:sym typeface="Golos Text"/>
              </a:rPr>
              <a:t>CLIENT PROJECT</a:t>
            </a:r>
            <a:endParaRPr i="1"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1" name="Google Shape;121;p30"/>
          <p:cNvSpPr txBox="1"/>
          <p:nvPr/>
        </p:nvSpPr>
        <p:spPr>
          <a:xfrm>
            <a:off x="51275" y="3047125"/>
            <a:ext cx="3240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*внизу где CLIENT PROJECT укажи клиента или название проекта, этот блок удали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/>
        </p:nvSpPr>
        <p:spPr>
          <a:xfrm>
            <a:off x="38320" y="-12803"/>
            <a:ext cx="821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Задача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27" name="Google Shape;127;p31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4154051" y="290322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Задача 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33" name="Google Shape;133;p32"/>
          <p:cNvSpPr txBox="1"/>
          <p:nvPr/>
        </p:nvSpPr>
        <p:spPr>
          <a:xfrm>
            <a:off x="438074" y="1689325"/>
            <a:ext cx="39360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Количество роликов</a:t>
            </a:r>
            <a:endParaRPr sz="1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pSp>
        <p:nvGrpSpPr>
          <p:cNvPr id="134" name="Google Shape;134;p32"/>
          <p:cNvGrpSpPr/>
          <p:nvPr/>
        </p:nvGrpSpPr>
        <p:grpSpPr>
          <a:xfrm>
            <a:off x="7441540" y="4797663"/>
            <a:ext cx="1510679" cy="194024"/>
            <a:chOff x="4571993" y="4728600"/>
            <a:chExt cx="2155957" cy="276900"/>
          </a:xfrm>
        </p:grpSpPr>
        <p:sp>
          <p:nvSpPr>
            <p:cNvPr id="135" name="Google Shape;135;p32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36" name="Google Shape;136;p32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Creative 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37" name="Google Shape;137;p32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38" name="Google Shape;138;p32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pic>
        <p:nvPicPr>
          <p:cNvPr id="139" name="Google Shape;139;p32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2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152334" y="1775549"/>
            <a:ext cx="255431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2"/>
          <p:cNvSpPr txBox="1"/>
          <p:nvPr/>
        </p:nvSpPr>
        <p:spPr>
          <a:xfrm>
            <a:off x="4857749" y="1689325"/>
            <a:ext cx="39360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Сообщение и тп</a:t>
            </a:r>
            <a:endParaRPr sz="1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42" name="Google Shape;142;p32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4572009" y="1775549"/>
            <a:ext cx="255431" cy="1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/>
          <p:nvPr/>
        </p:nvSpPr>
        <p:spPr>
          <a:xfrm>
            <a:off x="6053800" y="0"/>
            <a:ext cx="3223800" cy="5143500"/>
          </a:xfrm>
          <a:prstGeom prst="roundRect">
            <a:avLst>
              <a:gd fmla="val 220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48" name="Google Shape;148;p33"/>
          <p:cNvGrpSpPr/>
          <p:nvPr/>
        </p:nvGrpSpPr>
        <p:grpSpPr>
          <a:xfrm>
            <a:off x="4372915" y="4811455"/>
            <a:ext cx="1510679" cy="194024"/>
            <a:chOff x="4571993" y="4728600"/>
            <a:chExt cx="2155957" cy="276900"/>
          </a:xfrm>
        </p:grpSpPr>
        <p:sp>
          <p:nvSpPr>
            <p:cNvPr id="149" name="Google Shape;149;p33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50" name="Google Shape;150;p33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Creative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51" name="Google Shape;151;p33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52" name="Google Shape;152;p33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53" name="Google Shape;153;p33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Наш подход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4" name="Google Shape;154;p33"/>
          <p:cNvSpPr txBox="1"/>
          <p:nvPr/>
        </p:nvSpPr>
        <p:spPr>
          <a:xfrm>
            <a:off x="6208300" y="886100"/>
            <a:ext cx="26718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Нам очень близок бриф, присланный вами. Мы искренне верим, что можно и нужно с гордостью говорить про русскую культуру с новым,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не “лубочным” визуальным языком.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Однако ввиду непростых времен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 культуре и обществе, мы не можем позволить себе занять “острую” позицию, возвышать только заслуги прошлого или величие народа.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Мы написали несколько сценариев самостоятельно и немного адаптировали сценарии,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придуманные вами.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55" name="Google Shape;155;p33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3"/>
          <p:cNvSpPr/>
          <p:nvPr/>
        </p:nvSpPr>
        <p:spPr>
          <a:xfrm>
            <a:off x="185375" y="801225"/>
            <a:ext cx="5731200" cy="3197100"/>
          </a:xfrm>
          <a:prstGeom prst="roundRect">
            <a:avLst>
              <a:gd fmla="val 4451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/>
        </p:nvSpPr>
        <p:spPr>
          <a:xfrm>
            <a:off x="38322" y="1855760"/>
            <a:ext cx="351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Идея 1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2" name="Google Shape;162;p34"/>
          <p:cNvSpPr txBox="1"/>
          <p:nvPr/>
        </p:nvSpPr>
        <p:spPr>
          <a:xfrm>
            <a:off x="1923373" y="2040910"/>
            <a:ext cx="633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Golos Text"/>
                <a:ea typeface="Golos Text"/>
                <a:cs typeface="Golos Text"/>
                <a:sym typeface="Golos Text"/>
              </a:rPr>
              <a:t>Главная по детству</a:t>
            </a:r>
            <a:endParaRPr sz="4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63" name="Google Shape;163;p34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8377215" y="2159820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/>
          <p:nvPr/>
        </p:nvSpPr>
        <p:spPr>
          <a:xfrm>
            <a:off x="6053800" y="0"/>
            <a:ext cx="3223800" cy="5143500"/>
          </a:xfrm>
          <a:prstGeom prst="roundRect">
            <a:avLst>
              <a:gd fmla="val 220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69" name="Google Shape;169;p35"/>
          <p:cNvGrpSpPr/>
          <p:nvPr/>
        </p:nvGrpSpPr>
        <p:grpSpPr>
          <a:xfrm>
            <a:off x="4372915" y="4811455"/>
            <a:ext cx="1510679" cy="194024"/>
            <a:chOff x="4571993" y="4728600"/>
            <a:chExt cx="2155957" cy="276900"/>
          </a:xfrm>
        </p:grpSpPr>
        <p:sp>
          <p:nvSpPr>
            <p:cNvPr id="170" name="Google Shape;170;p35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1" name="Google Shape;171;p35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Идея 1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72" name="Google Shape;172;p35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3" name="Google Shape;173;p35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74" name="Google Shape;174;p35"/>
          <p:cNvSpPr txBox="1"/>
          <p:nvPr/>
        </p:nvSpPr>
        <p:spPr>
          <a:xfrm>
            <a:off x="115704" y="45100"/>
            <a:ext cx="4759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Аленка – главная по детству</a:t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75" name="Google Shape;175;p35"/>
          <p:cNvSpPr txBox="1"/>
          <p:nvPr/>
        </p:nvSpPr>
        <p:spPr>
          <a:xfrm>
            <a:off x="6246500" y="801213"/>
            <a:ext cx="267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Аленка многих возвращает в детство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и в нашем ролике мы покажем как именно)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76" name="Google Shape;176;p35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5"/>
          <p:cNvSpPr/>
          <p:nvPr/>
        </p:nvSpPr>
        <p:spPr>
          <a:xfrm>
            <a:off x="185375" y="801225"/>
            <a:ext cx="5731200" cy="3197100"/>
          </a:xfrm>
          <a:prstGeom prst="roundRect">
            <a:avLst>
              <a:gd fmla="val 4451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/>
        </p:nvSpPr>
        <p:spPr>
          <a:xfrm>
            <a:off x="115705" y="45100"/>
            <a:ext cx="516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Сценарий 1</a:t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83" name="Google Shape;183;p36"/>
          <p:cNvSpPr txBox="1"/>
          <p:nvPr/>
        </p:nvSpPr>
        <p:spPr>
          <a:xfrm>
            <a:off x="438075" y="851125"/>
            <a:ext cx="4389600" cy="4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Слышим голос ребенка: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Говорят, что в каждом взрослом живет ребенок.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Мужчина идет по улице, оглядывается по сторонам,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убеждается что вокруг никого нет и пускает кораблик.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Но это не так.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Стильная девушка проходит мимо нарисованных классиков.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Возвращается, прыгает и идет дальше.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Взрослых вообще не существует.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Много взрослых возле мольбертов веселится и рисует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руками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Просто некоторые стесняются в этом признаться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У них больше возможностей, но они все еще дети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Мальчик пускает мыльные пузыри.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кадр врывается взрослый с большим обручем,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выпускающим большой мыльный пузырь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Аленка.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Для детей любого возраста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84" name="Google Shape;184;p36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6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152334" y="937349"/>
            <a:ext cx="255431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6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5"/>
          <a:stretch/>
        </p:blipFill>
        <p:spPr>
          <a:xfrm>
            <a:off x="4481025" y="172650"/>
            <a:ext cx="4306200" cy="2195700"/>
          </a:xfrm>
          <a:prstGeom prst="roundRect">
            <a:avLst>
              <a:gd fmla="val 2021" name="adj"/>
            </a:avLst>
          </a:prstGeom>
          <a:noFill/>
          <a:ln>
            <a:noFill/>
          </a:ln>
        </p:spPr>
      </p:pic>
      <p:pic>
        <p:nvPicPr>
          <p:cNvPr id="187" name="Google Shape;187;p36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5"/>
          <a:stretch/>
        </p:blipFill>
        <p:spPr>
          <a:xfrm>
            <a:off x="4481025" y="2541763"/>
            <a:ext cx="4306200" cy="2195700"/>
          </a:xfrm>
          <a:prstGeom prst="roundRect">
            <a:avLst>
              <a:gd fmla="val 1624" name="adj"/>
            </a:avLst>
          </a:prstGeom>
          <a:noFill/>
          <a:ln>
            <a:noFill/>
          </a:ln>
        </p:spPr>
      </p:pic>
      <p:grpSp>
        <p:nvGrpSpPr>
          <p:cNvPr id="188" name="Google Shape;188;p36"/>
          <p:cNvGrpSpPr/>
          <p:nvPr/>
        </p:nvGrpSpPr>
        <p:grpSpPr>
          <a:xfrm>
            <a:off x="4481016" y="4816810"/>
            <a:ext cx="1510679" cy="194110"/>
            <a:chOff x="4571993" y="4682576"/>
            <a:chExt cx="2155957" cy="356100"/>
          </a:xfrm>
        </p:grpSpPr>
        <p:sp>
          <p:nvSpPr>
            <p:cNvPr id="189" name="Google Shape;189;p36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0" name="Google Shape;190;p36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rgbClr val="FFFFFF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Идея 1 </a:t>
              </a:r>
              <a:endParaRPr sz="42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91" name="Google Shape;191;p36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2" name="Google Shape;192;p36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/>
        </p:nvSpPr>
        <p:spPr>
          <a:xfrm>
            <a:off x="115705" y="45100"/>
            <a:ext cx="516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Сценарий 2</a:t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98" name="Google Shape;198;p37"/>
          <p:cNvSpPr txBox="1"/>
          <p:nvPr/>
        </p:nvSpPr>
        <p:spPr>
          <a:xfrm>
            <a:off x="438075" y="851125"/>
            <a:ext cx="4389600" cy="3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Кто-то гордится великими шахматистами.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Стилизация съемки, видим как играют советские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шахматисты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А кто-то горд за то, что его обыграл внук.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Современность: дедушка кладет короля, и протягивает руку внуку в знак поражения. На столе лежит шоколадка, внук довольно жует.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Кто-то гордится великим балетом, 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Бабушка смотрит балет по телевизору, пьет чай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 шоколадкой.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VO: А кто-то смотрит за первыми шагами будущей балерины</a:t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метчкат, маленькая девочка в пачке балерины делает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первые шаги.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99" name="Google Shape;199;p37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7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152334" y="937349"/>
            <a:ext cx="255431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7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5"/>
          <a:stretch/>
        </p:blipFill>
        <p:spPr>
          <a:xfrm>
            <a:off x="4481025" y="172650"/>
            <a:ext cx="4306200" cy="2195700"/>
          </a:xfrm>
          <a:prstGeom prst="roundRect">
            <a:avLst>
              <a:gd fmla="val 2021" name="adj"/>
            </a:avLst>
          </a:prstGeom>
          <a:noFill/>
          <a:ln>
            <a:noFill/>
          </a:ln>
        </p:spPr>
      </p:pic>
      <p:pic>
        <p:nvPicPr>
          <p:cNvPr id="202" name="Google Shape;202;p37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5"/>
          <a:stretch/>
        </p:blipFill>
        <p:spPr>
          <a:xfrm>
            <a:off x="4481025" y="2541763"/>
            <a:ext cx="4306200" cy="2195700"/>
          </a:xfrm>
          <a:prstGeom prst="roundRect">
            <a:avLst>
              <a:gd fmla="val 1624" name="adj"/>
            </a:avLst>
          </a:prstGeom>
          <a:noFill/>
          <a:ln>
            <a:noFill/>
          </a:ln>
        </p:spPr>
      </p:pic>
      <p:grpSp>
        <p:nvGrpSpPr>
          <p:cNvPr id="203" name="Google Shape;203;p37"/>
          <p:cNvGrpSpPr/>
          <p:nvPr/>
        </p:nvGrpSpPr>
        <p:grpSpPr>
          <a:xfrm>
            <a:off x="4481016" y="4816810"/>
            <a:ext cx="1510679" cy="194110"/>
            <a:chOff x="4571993" y="4682576"/>
            <a:chExt cx="2155957" cy="356100"/>
          </a:xfrm>
        </p:grpSpPr>
        <p:sp>
          <p:nvSpPr>
            <p:cNvPr id="204" name="Google Shape;204;p37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5" name="Google Shape;205;p37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rgbClr val="FFFFFF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Идея 2 </a:t>
              </a:r>
              <a:endParaRPr sz="42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06" name="Google Shape;206;p37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7" name="Google Shape;207;p37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Референс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13" name="Google Shape;213;p38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8"/>
          <p:cNvSpPr txBox="1"/>
          <p:nvPr/>
        </p:nvSpPr>
        <p:spPr>
          <a:xfrm>
            <a:off x="438074" y="891119"/>
            <a:ext cx="39360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Текст при необходимости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Ссылка на референс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15" name="Google Shape;215;p38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152334" y="977343"/>
            <a:ext cx="255431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8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5"/>
          <a:stretch/>
        </p:blipFill>
        <p:spPr>
          <a:xfrm>
            <a:off x="4481025" y="172650"/>
            <a:ext cx="4306200" cy="2195700"/>
          </a:xfrm>
          <a:prstGeom prst="roundRect">
            <a:avLst>
              <a:gd fmla="val 2021" name="adj"/>
            </a:avLst>
          </a:prstGeom>
          <a:noFill/>
          <a:ln>
            <a:noFill/>
          </a:ln>
        </p:spPr>
      </p:pic>
      <p:pic>
        <p:nvPicPr>
          <p:cNvPr id="217" name="Google Shape;217;p38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5"/>
          <a:stretch/>
        </p:blipFill>
        <p:spPr>
          <a:xfrm>
            <a:off x="4481025" y="2541763"/>
            <a:ext cx="4306200" cy="2195700"/>
          </a:xfrm>
          <a:prstGeom prst="roundRect">
            <a:avLst>
              <a:gd fmla="val 1624" name="adj"/>
            </a:avLst>
          </a:prstGeom>
          <a:noFill/>
          <a:ln>
            <a:noFill/>
          </a:ln>
        </p:spPr>
      </p:pic>
      <p:grpSp>
        <p:nvGrpSpPr>
          <p:cNvPr id="218" name="Google Shape;218;p38"/>
          <p:cNvGrpSpPr/>
          <p:nvPr/>
        </p:nvGrpSpPr>
        <p:grpSpPr>
          <a:xfrm>
            <a:off x="4481016" y="4816810"/>
            <a:ext cx="1510679" cy="194110"/>
            <a:chOff x="4571993" y="4682576"/>
            <a:chExt cx="2155957" cy="356100"/>
          </a:xfrm>
        </p:grpSpPr>
        <p:sp>
          <p:nvSpPr>
            <p:cNvPr id="219" name="Google Shape;219;p38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20" name="Google Shape;220;p38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Creative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21" name="Google Shape;221;p38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22" name="Google Shape;222;p38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/>
        </p:nvSpPr>
        <p:spPr>
          <a:xfrm>
            <a:off x="115705" y="45100"/>
            <a:ext cx="516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Все идеи</a:t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28" name="Google Shape;228;p39"/>
          <p:cNvSpPr txBox="1"/>
          <p:nvPr/>
        </p:nvSpPr>
        <p:spPr>
          <a:xfrm>
            <a:off x="438075" y="851125"/>
            <a:ext cx="43896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1) 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2)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3)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4)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5) 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……</a:t>
            </a:r>
            <a:endParaRPr sz="11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pSp>
        <p:nvGrpSpPr>
          <p:cNvPr id="229" name="Google Shape;229;p39"/>
          <p:cNvGrpSpPr/>
          <p:nvPr/>
        </p:nvGrpSpPr>
        <p:grpSpPr>
          <a:xfrm>
            <a:off x="7441540" y="4797663"/>
            <a:ext cx="1510679" cy="194024"/>
            <a:chOff x="4571993" y="4728600"/>
            <a:chExt cx="2155957" cy="276900"/>
          </a:xfrm>
        </p:grpSpPr>
        <p:sp>
          <p:nvSpPr>
            <p:cNvPr id="230" name="Google Shape;230;p39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1" name="Google Shape;231;p39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Creative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32" name="Google Shape;232;p39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3" name="Google Shape;233;p39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1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pic>
        <p:nvPicPr>
          <p:cNvPr id="234" name="Google Shape;234;p39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9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152334" y="937349"/>
            <a:ext cx="255431" cy="1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0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2574285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 txBox="1"/>
          <p:nvPr/>
        </p:nvSpPr>
        <p:spPr>
          <a:xfrm>
            <a:off x="80588" y="-14654"/>
            <a:ext cx="58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Как вам идеи?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2" name="Google Shape;242;p40"/>
          <p:cNvSpPr txBox="1"/>
          <p:nvPr/>
        </p:nvSpPr>
        <p:spPr>
          <a:xfrm>
            <a:off x="6571100" y="381000"/>
            <a:ext cx="279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Пишите,</a:t>
            </a:r>
            <a:br>
              <a:rPr lang="ru" sz="3000"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все сделаем</a:t>
            </a:r>
            <a:endParaRPr/>
          </a:p>
        </p:txBody>
      </p:sp>
      <p:pic>
        <p:nvPicPr>
          <p:cNvPr id="243" name="Google Shape;243;p40" title="12.png"/>
          <p:cNvPicPr preferRelativeResize="0"/>
          <p:nvPr/>
        </p:nvPicPr>
        <p:blipFill rotWithShape="1">
          <a:blip r:embed="rId4">
            <a:alphaModFix/>
          </a:blip>
          <a:srcRect b="23329" l="0" r="10282" t="23663"/>
          <a:stretch/>
        </p:blipFill>
        <p:spPr>
          <a:xfrm>
            <a:off x="5975708" y="463428"/>
            <a:ext cx="567200" cy="3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0"/>
          <p:cNvSpPr txBox="1"/>
          <p:nvPr/>
        </p:nvSpPr>
        <p:spPr>
          <a:xfrm>
            <a:off x="6068501" y="3535894"/>
            <a:ext cx="236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hello@cult.team</a:t>
            </a:r>
            <a:endParaRPr sz="15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